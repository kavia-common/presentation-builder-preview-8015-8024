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13" r:id="rId3"/>
    <p:sldId id="317" r:id="rId4"/>
    <p:sldId id="314" r:id="rId5"/>
    <p:sldId id="318" r:id="rId6"/>
    <p:sldId id="319" r:id="rId7"/>
    <p:sldId id="320" r:id="rId8"/>
    <p:sldId id="309" r:id="rId9"/>
    <p:sldId id="306" r:id="rId10"/>
    <p:sldId id="321" r:id="rId11"/>
    <p:sldId id="322" r:id="rId12"/>
    <p:sldId id="305" r:id="rId13"/>
    <p:sldId id="307" r:id="rId14"/>
    <p:sldId id="262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D0D8E8"/>
    <a:srgbClr val="D9D9D9"/>
    <a:srgbClr val="71A1DC"/>
    <a:srgbClr val="3172C4"/>
    <a:srgbClr val="AAC459"/>
    <a:srgbClr val="204279"/>
    <a:srgbClr val="FFFFFF"/>
    <a:srgbClr val="25618B"/>
    <a:srgbClr val="234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E9C54-6C56-CE3C-FC8A-12E396976616}" v="4" dt="2025-12-30T10:31:43.5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Roshini Dhana Lakshmi" userId="S::nroshini.d@tataelxsi.co.in::5236706c-a948-42ed-97eb-f8ff1fa05dec" providerId="AD" clId="Web-{A6141260-866F-D4D9-04A4-F594A190FBD4}"/>
    <pc:docChg chg="addSld delSld modSld sldOrd">
      <pc:chgData name="N Roshini Dhana Lakshmi" userId="S::nroshini.d@tataelxsi.co.in::5236706c-a948-42ed-97eb-f8ff1fa05dec" providerId="AD" clId="Web-{A6141260-866F-D4D9-04A4-F594A190FBD4}" dt="2025-12-23T10:19:24.079" v="2279"/>
      <pc:docMkLst>
        <pc:docMk/>
      </pc:docMkLst>
      <pc:sldChg chg="modSp">
        <pc:chgData name="N Roshini Dhana Lakshmi" userId="S::nroshini.d@tataelxsi.co.in::5236706c-a948-42ed-97eb-f8ff1fa05dec" providerId="AD" clId="Web-{A6141260-866F-D4D9-04A4-F594A190FBD4}" dt="2025-12-23T09:23:47.661" v="474" actId="20577"/>
        <pc:sldMkLst>
          <pc:docMk/>
          <pc:sldMk cId="750047060" sldId="305"/>
        </pc:sldMkLst>
        <pc:spChg chg="mod">
          <ac:chgData name="N Roshini Dhana Lakshmi" userId="S::nroshini.d@tataelxsi.co.in::5236706c-a948-42ed-97eb-f8ff1fa05dec" providerId="AD" clId="Web-{A6141260-866F-D4D9-04A4-F594A190FBD4}" dt="2025-12-23T09:23:47.661" v="474" actId="20577"/>
          <ac:spMkLst>
            <pc:docMk/>
            <pc:sldMk cId="750047060" sldId="305"/>
            <ac:spMk id="4" creationId="{522B739F-EB2C-D20C-2F63-62076F930B2E}"/>
          </ac:spMkLst>
        </pc:spChg>
        <pc:spChg chg="mod">
          <ac:chgData name="N Roshini Dhana Lakshmi" userId="S::nroshini.d@tataelxsi.co.in::5236706c-a948-42ed-97eb-f8ff1fa05dec" providerId="AD" clId="Web-{A6141260-866F-D4D9-04A4-F594A190FBD4}" dt="2025-12-23T09:22:38.520" v="416" actId="20577"/>
          <ac:spMkLst>
            <pc:docMk/>
            <pc:sldMk cId="750047060" sldId="305"/>
            <ac:spMk id="10" creationId="{9415492E-B5C1-818E-2B2F-07032CD729F8}"/>
          </ac:spMkLst>
        </pc:spChg>
      </pc:sldChg>
      <pc:sldChg chg="addSp delSp modSp">
        <pc:chgData name="N Roshini Dhana Lakshmi" userId="S::nroshini.d@tataelxsi.co.in::5236706c-a948-42ed-97eb-f8ff1fa05dec" providerId="AD" clId="Web-{A6141260-866F-D4D9-04A4-F594A190FBD4}" dt="2025-12-23T09:59:27.722" v="1630"/>
        <pc:sldMkLst>
          <pc:docMk/>
          <pc:sldMk cId="2510028233" sldId="306"/>
        </pc:sldMkLst>
        <pc:spChg chg="mod">
          <ac:chgData name="N Roshini Dhana Lakshmi" userId="S::nroshini.d@tataelxsi.co.in::5236706c-a948-42ed-97eb-f8ff1fa05dec" providerId="AD" clId="Web-{A6141260-866F-D4D9-04A4-F594A190FBD4}" dt="2025-12-23T09:18:57.330" v="323" actId="20577"/>
          <ac:spMkLst>
            <pc:docMk/>
            <pc:sldMk cId="2510028233" sldId="306"/>
            <ac:spMk id="2" creationId="{54DF0515-547B-BAC5-22CA-93EDCC66B3C5}"/>
          </ac:spMkLst>
        </pc:spChg>
        <pc:graphicFrameChg chg="mod modGraphic">
          <ac:chgData name="N Roshini Dhana Lakshmi" userId="S::nroshini.d@tataelxsi.co.in::5236706c-a948-42ed-97eb-f8ff1fa05dec" providerId="AD" clId="Web-{A6141260-866F-D4D9-04A4-F594A190FBD4}" dt="2025-12-23T09:59:27.722" v="1630"/>
          <ac:graphicFrameMkLst>
            <pc:docMk/>
            <pc:sldMk cId="2510028233" sldId="306"/>
            <ac:graphicFrameMk id="6" creationId="{8B135BAB-DBBB-0532-7646-2680682C008D}"/>
          </ac:graphicFrameMkLst>
        </pc:graphicFrameChg>
      </pc:sldChg>
      <pc:sldChg chg="modSp">
        <pc:chgData name="N Roshini Dhana Lakshmi" userId="S::nroshini.d@tataelxsi.co.in::5236706c-a948-42ed-97eb-f8ff1fa05dec" providerId="AD" clId="Web-{A6141260-866F-D4D9-04A4-F594A190FBD4}" dt="2025-12-23T10:18:32.766" v="2134"/>
        <pc:sldMkLst>
          <pc:docMk/>
          <pc:sldMk cId="2655187610" sldId="307"/>
        </pc:sldMkLst>
        <pc:graphicFrameChg chg="mod modGraphic">
          <ac:chgData name="N Roshini Dhana Lakshmi" userId="S::nroshini.d@tataelxsi.co.in::5236706c-a948-42ed-97eb-f8ff1fa05dec" providerId="AD" clId="Web-{A6141260-866F-D4D9-04A4-F594A190FBD4}" dt="2025-12-23T10:18:32.766" v="2134"/>
          <ac:graphicFrameMkLst>
            <pc:docMk/>
            <pc:sldMk cId="2655187610" sldId="307"/>
            <ac:graphicFrameMk id="3" creationId="{6D2F9A14-A5B4-351A-C649-4CD947F59F5C}"/>
          </ac:graphicFrameMkLst>
        </pc:graphicFrameChg>
      </pc:sldChg>
      <pc:sldChg chg="modSp">
        <pc:chgData name="N Roshini Dhana Lakshmi" userId="S::nroshini.d@tataelxsi.co.in::5236706c-a948-42ed-97eb-f8ff1fa05dec" providerId="AD" clId="Web-{A6141260-866F-D4D9-04A4-F594A190FBD4}" dt="2025-12-23T09:49:09.498" v="1121"/>
        <pc:sldMkLst>
          <pc:docMk/>
          <pc:sldMk cId="3743455423" sldId="309"/>
        </pc:sldMkLst>
        <pc:spChg chg="mod">
          <ac:chgData name="N Roshini Dhana Lakshmi" userId="S::nroshini.d@tataelxsi.co.in::5236706c-a948-42ed-97eb-f8ff1fa05dec" providerId="AD" clId="Web-{A6141260-866F-D4D9-04A4-F594A190FBD4}" dt="2025-12-23T09:19:15.612" v="334" actId="20577"/>
          <ac:spMkLst>
            <pc:docMk/>
            <pc:sldMk cId="3743455423" sldId="309"/>
            <ac:spMk id="2" creationId="{C45F9E15-B925-0035-FC5D-8363F0BFF2BF}"/>
          </ac:spMkLst>
        </pc:spChg>
        <pc:graphicFrameChg chg="mod modGraphic">
          <ac:chgData name="N Roshini Dhana Lakshmi" userId="S::nroshini.d@tataelxsi.co.in::5236706c-a948-42ed-97eb-f8ff1fa05dec" providerId="AD" clId="Web-{A6141260-866F-D4D9-04A4-F594A190FBD4}" dt="2025-12-23T09:49:09.498" v="1121"/>
          <ac:graphicFrameMkLst>
            <pc:docMk/>
            <pc:sldMk cId="3743455423" sldId="309"/>
            <ac:graphicFrameMk id="6" creationId="{1152BF19-9F41-B47F-59F4-F1C7BAC85791}"/>
          </ac:graphicFrameMkLst>
        </pc:graphicFrameChg>
      </pc:sldChg>
      <pc:sldChg chg="modSp">
        <pc:chgData name="N Roshini Dhana Lakshmi" userId="S::nroshini.d@tataelxsi.co.in::5236706c-a948-42ed-97eb-f8ff1fa05dec" providerId="AD" clId="Web-{A6141260-866F-D4D9-04A4-F594A190FBD4}" dt="2025-12-23T09:29:09.258" v="643" actId="20577"/>
        <pc:sldMkLst>
          <pc:docMk/>
          <pc:sldMk cId="2588218100" sldId="314"/>
        </pc:sldMkLst>
        <pc:spChg chg="mod">
          <ac:chgData name="N Roshini Dhana Lakshmi" userId="S::nroshini.d@tataelxsi.co.in::5236706c-a948-42ed-97eb-f8ff1fa05dec" providerId="AD" clId="Web-{A6141260-866F-D4D9-04A4-F594A190FBD4}" dt="2025-12-23T09:27:00.678" v="500" actId="20577"/>
          <ac:spMkLst>
            <pc:docMk/>
            <pc:sldMk cId="2588218100" sldId="314"/>
            <ac:spMk id="10" creationId="{B725C0F0-203F-F3C1-340C-E401BFCFA3FA}"/>
          </ac:spMkLst>
        </pc:spChg>
        <pc:spChg chg="mod">
          <ac:chgData name="N Roshini Dhana Lakshmi" userId="S::nroshini.d@tataelxsi.co.in::5236706c-a948-42ed-97eb-f8ff1fa05dec" providerId="AD" clId="Web-{A6141260-866F-D4D9-04A4-F594A190FBD4}" dt="2025-12-23T09:29:09.258" v="643" actId="20577"/>
          <ac:spMkLst>
            <pc:docMk/>
            <pc:sldMk cId="2588218100" sldId="314"/>
            <ac:spMk id="14" creationId="{CBE401FC-2492-7022-0AF7-4D2EE3B58D64}"/>
          </ac:spMkLst>
        </pc:spChg>
        <pc:spChg chg="mod">
          <ac:chgData name="N Roshini Dhana Lakshmi" userId="S::nroshini.d@tataelxsi.co.in::5236706c-a948-42ed-97eb-f8ff1fa05dec" providerId="AD" clId="Web-{A6141260-866F-D4D9-04A4-F594A190FBD4}" dt="2025-12-23T09:16:59.251" v="286" actId="1076"/>
          <ac:spMkLst>
            <pc:docMk/>
            <pc:sldMk cId="2588218100" sldId="314"/>
            <ac:spMk id="15" creationId="{16FCAFD8-4AD2-14C2-BDEF-8BDB04428B57}"/>
          </ac:spMkLst>
        </pc:spChg>
        <pc:spChg chg="mod">
          <ac:chgData name="N Roshini Dhana Lakshmi" userId="S::nroshini.d@tataelxsi.co.in::5236706c-a948-42ed-97eb-f8ff1fa05dec" providerId="AD" clId="Web-{A6141260-866F-D4D9-04A4-F594A190FBD4}" dt="2025-12-23T08:49:40.351" v="92" actId="20577"/>
          <ac:spMkLst>
            <pc:docMk/>
            <pc:sldMk cId="2588218100" sldId="314"/>
            <ac:spMk id="47" creationId="{0C8A2CE5-B1BD-7E8F-F2E8-9032BB7BDE3C}"/>
          </ac:spMkLst>
        </pc:spChg>
        <pc:graphicFrameChg chg="mod modGraphic">
          <ac:chgData name="N Roshini Dhana Lakshmi" userId="S::nroshini.d@tataelxsi.co.in::5236706c-a948-42ed-97eb-f8ff1fa05dec" providerId="AD" clId="Web-{A6141260-866F-D4D9-04A4-F594A190FBD4}" dt="2025-12-23T09:16:55.329" v="285"/>
          <ac:graphicFrameMkLst>
            <pc:docMk/>
            <pc:sldMk cId="2588218100" sldId="314"/>
            <ac:graphicFrameMk id="6" creationId="{D57F84FA-1A71-BE4A-D4FE-D4F6A56C6DAF}"/>
          </ac:graphicFrameMkLst>
        </pc:graphicFrameChg>
      </pc:sldChg>
      <pc:sldChg chg="addSp delSp modSp">
        <pc:chgData name="N Roshini Dhana Lakshmi" userId="S::nroshini.d@tataelxsi.co.in::5236706c-a948-42ed-97eb-f8ff1fa05dec" providerId="AD" clId="Web-{A6141260-866F-D4D9-04A4-F594A190FBD4}" dt="2025-12-23T09:29:43.978" v="648"/>
        <pc:sldMkLst>
          <pc:docMk/>
          <pc:sldMk cId="2223726288" sldId="318"/>
        </pc:sldMkLst>
        <pc:spChg chg="mod">
          <ac:chgData name="N Roshini Dhana Lakshmi" userId="S::nroshini.d@tataelxsi.co.in::5236706c-a948-42ed-97eb-f8ff1fa05dec" providerId="AD" clId="Web-{A6141260-866F-D4D9-04A4-F594A190FBD4}" dt="2025-12-23T09:25:11.786" v="490" actId="20577"/>
          <ac:spMkLst>
            <pc:docMk/>
            <pc:sldMk cId="2223726288" sldId="318"/>
            <ac:spMk id="8" creationId="{A1879655-E3C9-FEEB-D638-A322E404F0C0}"/>
          </ac:spMkLst>
        </pc:spChg>
        <pc:picChg chg="add mod">
          <ac:chgData name="N Roshini Dhana Lakshmi" userId="S::nroshini.d@tataelxsi.co.in::5236706c-a948-42ed-97eb-f8ff1fa05dec" providerId="AD" clId="Web-{A6141260-866F-D4D9-04A4-F594A190FBD4}" dt="2025-12-23T08:40:29.783" v="5" actId="1076"/>
          <ac:picMkLst>
            <pc:docMk/>
            <pc:sldMk cId="2223726288" sldId="318"/>
            <ac:picMk id="2" creationId="{CC241DF2-C658-73F3-556B-4D3FD30E3F78}"/>
          </ac:picMkLst>
        </pc:picChg>
        <pc:picChg chg="add mod">
          <ac:chgData name="N Roshini Dhana Lakshmi" userId="S::nroshini.d@tataelxsi.co.in::5236706c-a948-42ed-97eb-f8ff1fa05dec" providerId="AD" clId="Web-{A6141260-866F-D4D9-04A4-F594A190FBD4}" dt="2025-12-23T09:25:32.333" v="492" actId="1076"/>
          <ac:picMkLst>
            <pc:docMk/>
            <pc:sldMk cId="2223726288" sldId="318"/>
            <ac:picMk id="6" creationId="{E5239F03-926F-D8C4-7A64-CF44BCA900CC}"/>
          </ac:picMkLst>
        </pc:picChg>
      </pc:sldChg>
      <pc:sldChg chg="addSp delSp modSp">
        <pc:chgData name="N Roshini Dhana Lakshmi" userId="S::nroshini.d@tataelxsi.co.in::5236706c-a948-42ed-97eb-f8ff1fa05dec" providerId="AD" clId="Web-{A6141260-866F-D4D9-04A4-F594A190FBD4}" dt="2025-12-23T09:29:53.338" v="652"/>
        <pc:sldMkLst>
          <pc:docMk/>
          <pc:sldMk cId="1794748508" sldId="319"/>
        </pc:sldMkLst>
        <pc:spChg chg="mod">
          <ac:chgData name="N Roshini Dhana Lakshmi" userId="S::nroshini.d@tataelxsi.co.in::5236706c-a948-42ed-97eb-f8ff1fa05dec" providerId="AD" clId="Web-{A6141260-866F-D4D9-04A4-F594A190FBD4}" dt="2025-12-23T09:16:27.156" v="250" actId="20577"/>
          <ac:spMkLst>
            <pc:docMk/>
            <pc:sldMk cId="1794748508" sldId="319"/>
            <ac:spMk id="8" creationId="{A1879655-E3C9-FEEB-D638-A322E404F0C0}"/>
          </ac:spMkLst>
        </pc:spChg>
        <pc:picChg chg="add mod">
          <ac:chgData name="N Roshini Dhana Lakshmi" userId="S::nroshini.d@tataelxsi.co.in::5236706c-a948-42ed-97eb-f8ff1fa05dec" providerId="AD" clId="Web-{A6141260-866F-D4D9-04A4-F594A190FBD4}" dt="2025-12-23T08:44:20.911" v="27"/>
          <ac:picMkLst>
            <pc:docMk/>
            <pc:sldMk cId="1794748508" sldId="319"/>
            <ac:picMk id="3" creationId="{C66C7FAA-537E-A208-DED6-CE68FB32404E}"/>
          </ac:picMkLst>
        </pc:picChg>
        <pc:picChg chg="add mod">
          <ac:chgData name="N Roshini Dhana Lakshmi" userId="S::nroshini.d@tataelxsi.co.in::5236706c-a948-42ed-97eb-f8ff1fa05dec" providerId="AD" clId="Web-{A6141260-866F-D4D9-04A4-F594A190FBD4}" dt="2025-12-23T08:45:40.709" v="36"/>
          <ac:picMkLst>
            <pc:docMk/>
            <pc:sldMk cId="1794748508" sldId="319"/>
            <ac:picMk id="6" creationId="{654331DA-4CE9-48A6-C9D7-68F4C14229EE}"/>
          </ac:picMkLst>
        </pc:picChg>
      </pc:sldChg>
      <pc:sldChg chg="addSp delSp modSp">
        <pc:chgData name="N Roshini Dhana Lakshmi" userId="S::nroshini.d@tataelxsi.co.in::5236706c-a948-42ed-97eb-f8ff1fa05dec" providerId="AD" clId="Web-{A6141260-866F-D4D9-04A4-F594A190FBD4}" dt="2025-12-23T09:24:16.552" v="482" actId="20577"/>
        <pc:sldMkLst>
          <pc:docMk/>
          <pc:sldMk cId="4138334808" sldId="320"/>
        </pc:sldMkLst>
        <pc:spChg chg="mod">
          <ac:chgData name="N Roshini Dhana Lakshmi" userId="S::nroshini.d@tataelxsi.co.in::5236706c-a948-42ed-97eb-f8ff1fa05dec" providerId="AD" clId="Web-{A6141260-866F-D4D9-04A4-F594A190FBD4}" dt="2025-12-23T09:24:16.552" v="482" actId="20577"/>
          <ac:spMkLst>
            <pc:docMk/>
            <pc:sldMk cId="4138334808" sldId="320"/>
            <ac:spMk id="8" creationId="{9A2D17CC-1B79-129F-E983-6D2BAD3109AC}"/>
          </ac:spMkLst>
        </pc:spChg>
        <pc:picChg chg="add mod">
          <ac:chgData name="N Roshini Dhana Lakshmi" userId="S::nroshini.d@tataelxsi.co.in::5236706c-a948-42ed-97eb-f8ff1fa05dec" providerId="AD" clId="Web-{A6141260-866F-D4D9-04A4-F594A190FBD4}" dt="2025-12-23T08:42:30.550" v="16"/>
          <ac:picMkLst>
            <pc:docMk/>
            <pc:sldMk cId="4138334808" sldId="320"/>
            <ac:picMk id="4" creationId="{B6D16570-BA10-DCCA-6BCA-9A23524C4C2B}"/>
          </ac:picMkLst>
        </pc:picChg>
        <pc:picChg chg="add mod">
          <ac:chgData name="N Roshini Dhana Lakshmi" userId="S::nroshini.d@tataelxsi.co.in::5236706c-a948-42ed-97eb-f8ff1fa05dec" providerId="AD" clId="Web-{A6141260-866F-D4D9-04A4-F594A190FBD4}" dt="2025-12-23T08:45:57.412" v="39" actId="1076"/>
          <ac:picMkLst>
            <pc:docMk/>
            <pc:sldMk cId="4138334808" sldId="320"/>
            <ac:picMk id="5" creationId="{09ED3EEB-B2E7-7AAE-4D79-74BBE322EDB6}"/>
          </ac:picMkLst>
        </pc:picChg>
      </pc:sldChg>
      <pc:sldChg chg="modSp add ord replId">
        <pc:chgData name="N Roshini Dhana Lakshmi" userId="S::nroshini.d@tataelxsi.co.in::5236706c-a948-42ed-97eb-f8ff1fa05dec" providerId="AD" clId="Web-{A6141260-866F-D4D9-04A4-F594A190FBD4}" dt="2025-12-23T10:19:02.719" v="2227"/>
        <pc:sldMkLst>
          <pc:docMk/>
          <pc:sldMk cId="3555471246" sldId="321"/>
        </pc:sldMkLst>
        <pc:spChg chg="mod">
          <ac:chgData name="N Roshini Dhana Lakshmi" userId="S::nroshini.d@tataelxsi.co.in::5236706c-a948-42ed-97eb-f8ff1fa05dec" providerId="AD" clId="Web-{A6141260-866F-D4D9-04A4-F594A190FBD4}" dt="2025-12-23T10:06:10.113" v="1757" actId="20577"/>
          <ac:spMkLst>
            <pc:docMk/>
            <pc:sldMk cId="3555471246" sldId="321"/>
            <ac:spMk id="2" creationId="{10A6A99E-BFEE-885D-96DD-9CA8C2D76C6D}"/>
          </ac:spMkLst>
        </pc:spChg>
        <pc:graphicFrameChg chg="mod modGraphic">
          <ac:chgData name="N Roshini Dhana Lakshmi" userId="S::nroshini.d@tataelxsi.co.in::5236706c-a948-42ed-97eb-f8ff1fa05dec" providerId="AD" clId="Web-{A6141260-866F-D4D9-04A4-F594A190FBD4}" dt="2025-12-23T10:19:02.719" v="2227"/>
          <ac:graphicFrameMkLst>
            <pc:docMk/>
            <pc:sldMk cId="3555471246" sldId="321"/>
            <ac:graphicFrameMk id="6" creationId="{415232B2-CF33-6F28-F6B3-89E4C0C4897A}"/>
          </ac:graphicFrameMkLst>
        </pc:graphicFrameChg>
      </pc:sldChg>
      <pc:sldChg chg="modSp add replId">
        <pc:chgData name="N Roshini Dhana Lakshmi" userId="S::nroshini.d@tataelxsi.co.in::5236706c-a948-42ed-97eb-f8ff1fa05dec" providerId="AD" clId="Web-{A6141260-866F-D4D9-04A4-F594A190FBD4}" dt="2025-12-23T10:19:24.079" v="2279"/>
        <pc:sldMkLst>
          <pc:docMk/>
          <pc:sldMk cId="1102137037" sldId="322"/>
        </pc:sldMkLst>
        <pc:spChg chg="mod">
          <ac:chgData name="N Roshini Dhana Lakshmi" userId="S::nroshini.d@tataelxsi.co.in::5236706c-a948-42ed-97eb-f8ff1fa05dec" providerId="AD" clId="Web-{A6141260-866F-D4D9-04A4-F594A190FBD4}" dt="2025-12-23T10:06:03.175" v="1751" actId="20577"/>
          <ac:spMkLst>
            <pc:docMk/>
            <pc:sldMk cId="1102137037" sldId="322"/>
            <ac:spMk id="2" creationId="{19F82BF4-DFFD-7AE0-B455-E905355929A3}"/>
          </ac:spMkLst>
        </pc:spChg>
        <pc:graphicFrameChg chg="mod modGraphic">
          <ac:chgData name="N Roshini Dhana Lakshmi" userId="S::nroshini.d@tataelxsi.co.in::5236706c-a948-42ed-97eb-f8ff1fa05dec" providerId="AD" clId="Web-{A6141260-866F-D4D9-04A4-F594A190FBD4}" dt="2025-12-23T10:19:24.079" v="2279"/>
          <ac:graphicFrameMkLst>
            <pc:docMk/>
            <pc:sldMk cId="1102137037" sldId="322"/>
            <ac:graphicFrameMk id="6" creationId="{AAA12409-2466-BF7C-C15F-00D2A5136875}"/>
          </ac:graphicFrameMkLst>
        </pc:graphicFrameChg>
      </pc:sldChg>
    </pc:docChg>
  </pc:docChgLst>
  <pc:docChgLst>
    <pc:chgData name="Aiswarya M" userId="S::aiswarya.m@tataelxsi.co.in::6291b00f-a09c-42cb-9a71-7050c7dc790d" providerId="AD" clId="Web-{1932FDB8-E7ED-456C-A899-B4C1735A7E1C}"/>
    <pc:docChg chg="modSld">
      <pc:chgData name="Aiswarya M" userId="S::aiswarya.m@tataelxsi.co.in::6291b00f-a09c-42cb-9a71-7050c7dc790d" providerId="AD" clId="Web-{1932FDB8-E7ED-456C-A899-B4C1735A7E1C}" dt="2025-12-23T09:31:08.941" v="9" actId="20577"/>
      <pc:docMkLst>
        <pc:docMk/>
      </pc:docMkLst>
      <pc:sldChg chg="modSp">
        <pc:chgData name="Aiswarya M" userId="S::aiswarya.m@tataelxsi.co.in::6291b00f-a09c-42cb-9a71-7050c7dc790d" providerId="AD" clId="Web-{1932FDB8-E7ED-456C-A899-B4C1735A7E1C}" dt="2025-12-23T09:31:08.941" v="9" actId="20577"/>
        <pc:sldMkLst>
          <pc:docMk/>
          <pc:sldMk cId="2588218100" sldId="314"/>
        </pc:sldMkLst>
        <pc:spChg chg="mod">
          <ac:chgData name="Aiswarya M" userId="S::aiswarya.m@tataelxsi.co.in::6291b00f-a09c-42cb-9a71-7050c7dc790d" providerId="AD" clId="Web-{1932FDB8-E7ED-456C-A899-B4C1735A7E1C}" dt="2025-12-23T09:31:08.941" v="9" actId="20577"/>
          <ac:spMkLst>
            <pc:docMk/>
            <pc:sldMk cId="2588218100" sldId="314"/>
            <ac:spMk id="8" creationId="{D155EDF6-725F-57D6-345C-B1CDDF359735}"/>
          </ac:spMkLst>
        </pc:spChg>
      </pc:sldChg>
    </pc:docChg>
  </pc:docChgLst>
  <pc:docChgLst>
    <pc:chgData name="N Roshini Dhana Lakshmi" userId="S::nroshini.d@tataelxsi.co.in::5236706c-a948-42ed-97eb-f8ff1fa05dec" providerId="AD" clId="Web-{B7D7EB40-5BB2-4661-F226-C0AB9C847627}"/>
    <pc:docChg chg="modSld">
      <pc:chgData name="N Roshini Dhana Lakshmi" userId="S::nroshini.d@tataelxsi.co.in::5236706c-a948-42ed-97eb-f8ff1fa05dec" providerId="AD" clId="Web-{B7D7EB40-5BB2-4661-F226-C0AB9C847627}" dt="2025-12-23T06:32:46.919" v="81" actId="1076"/>
      <pc:docMkLst>
        <pc:docMk/>
      </pc:docMkLst>
      <pc:sldChg chg="modSp">
        <pc:chgData name="N Roshini Dhana Lakshmi" userId="S::nroshini.d@tataelxsi.co.in::5236706c-a948-42ed-97eb-f8ff1fa05dec" providerId="AD" clId="Web-{B7D7EB40-5BB2-4661-F226-C0AB9C847627}" dt="2025-12-23T06:12:33.947" v="3" actId="20577"/>
        <pc:sldMkLst>
          <pc:docMk/>
          <pc:sldMk cId="0" sldId="256"/>
        </pc:sldMkLst>
        <pc:spChg chg="mod">
          <ac:chgData name="N Roshini Dhana Lakshmi" userId="S::nroshini.d@tataelxsi.co.in::5236706c-a948-42ed-97eb-f8ff1fa05dec" providerId="AD" clId="Web-{B7D7EB40-5BB2-4661-F226-C0AB9C847627}" dt="2025-12-23T06:12:33.947" v="3" actId="20577"/>
          <ac:spMkLst>
            <pc:docMk/>
            <pc:sldMk cId="0" sldId="256"/>
            <ac:spMk id="15" creationId="{00000000-0000-0000-0000-000000000000}"/>
          </ac:spMkLst>
        </pc:spChg>
      </pc:sldChg>
      <pc:sldChg chg="modSp">
        <pc:chgData name="N Roshini Dhana Lakshmi" userId="S::nroshini.d@tataelxsi.co.in::5236706c-a948-42ed-97eb-f8ff1fa05dec" providerId="AD" clId="Web-{B7D7EB40-5BB2-4661-F226-C0AB9C847627}" dt="2025-12-23T06:26:51.180" v="71" actId="20577"/>
        <pc:sldMkLst>
          <pc:docMk/>
          <pc:sldMk cId="1710478072" sldId="313"/>
        </pc:sldMkLst>
        <pc:spChg chg="mod">
          <ac:chgData name="N Roshini Dhana Lakshmi" userId="S::nroshini.d@tataelxsi.co.in::5236706c-a948-42ed-97eb-f8ff1fa05dec" providerId="AD" clId="Web-{B7D7EB40-5BB2-4661-F226-C0AB9C847627}" dt="2025-12-23T06:26:51.180" v="71" actId="20577"/>
          <ac:spMkLst>
            <pc:docMk/>
            <pc:sldMk cId="1710478072" sldId="313"/>
            <ac:spMk id="10" creationId="{19CC519E-52A2-6DAD-C147-C70995DD9EB3}"/>
          </ac:spMkLst>
        </pc:spChg>
        <pc:spChg chg="mod">
          <ac:chgData name="N Roshini Dhana Lakshmi" userId="S::nroshini.d@tataelxsi.co.in::5236706c-a948-42ed-97eb-f8ff1fa05dec" providerId="AD" clId="Web-{B7D7EB40-5BB2-4661-F226-C0AB9C847627}" dt="2025-12-23T06:26:37.914" v="69" actId="20577"/>
          <ac:spMkLst>
            <pc:docMk/>
            <pc:sldMk cId="1710478072" sldId="313"/>
            <ac:spMk id="14" creationId="{78D07B01-476A-193A-AC0B-1BF809AD6811}"/>
          </ac:spMkLst>
        </pc:spChg>
        <pc:spChg chg="mod">
          <ac:chgData name="N Roshini Dhana Lakshmi" userId="S::nroshini.d@tataelxsi.co.in::5236706c-a948-42ed-97eb-f8ff1fa05dec" providerId="AD" clId="Web-{B7D7EB40-5BB2-4661-F226-C0AB9C847627}" dt="2025-12-23T06:23:27.690" v="35" actId="20577"/>
          <ac:spMkLst>
            <pc:docMk/>
            <pc:sldMk cId="1710478072" sldId="313"/>
            <ac:spMk id="47" creationId="{82F4C67E-A294-5B01-AF26-3B23FA01C3D2}"/>
          </ac:spMkLst>
        </pc:spChg>
      </pc:sldChg>
      <pc:sldChg chg="addSp delSp modSp">
        <pc:chgData name="N Roshini Dhana Lakshmi" userId="S::nroshini.d@tataelxsi.co.in::5236706c-a948-42ed-97eb-f8ff1fa05dec" providerId="AD" clId="Web-{B7D7EB40-5BB2-4661-F226-C0AB9C847627}" dt="2025-12-23T06:32:46.919" v="81" actId="1076"/>
        <pc:sldMkLst>
          <pc:docMk/>
          <pc:sldMk cId="1868167475" sldId="317"/>
        </pc:sldMkLst>
        <pc:picChg chg="add mod">
          <ac:chgData name="N Roshini Dhana Lakshmi" userId="S::nroshini.d@tataelxsi.co.in::5236706c-a948-42ed-97eb-f8ff1fa05dec" providerId="AD" clId="Web-{B7D7EB40-5BB2-4661-F226-C0AB9C847627}" dt="2025-12-23T06:31:41.621" v="75"/>
          <ac:picMkLst>
            <pc:docMk/>
            <pc:sldMk cId="1868167475" sldId="317"/>
            <ac:picMk id="2" creationId="{FE914B04-FC49-6468-F1AF-10647B6EBFFF}"/>
          </ac:picMkLst>
        </pc:picChg>
        <pc:picChg chg="add mod">
          <ac:chgData name="N Roshini Dhana Lakshmi" userId="S::nroshini.d@tataelxsi.co.in::5236706c-a948-42ed-97eb-f8ff1fa05dec" providerId="AD" clId="Web-{B7D7EB40-5BB2-4661-F226-C0AB9C847627}" dt="2025-12-23T06:32:46.919" v="81" actId="1076"/>
          <ac:picMkLst>
            <pc:docMk/>
            <pc:sldMk cId="1868167475" sldId="317"/>
            <ac:picMk id="3" creationId="{23350BA1-3ABE-9095-62B2-D7CC04A956ED}"/>
          </ac:picMkLst>
        </pc:picChg>
      </pc:sldChg>
    </pc:docChg>
  </pc:docChgLst>
  <pc:docChgLst>
    <pc:chgData name="Arya Santosh Desai" userId="S::arya.d@tataelxsi.co.in::84c1a885-a0f7-4ba5-bdb2-5d4d1a579659" providerId="AD" clId="Web-{3A3E9C54-6C56-CE3C-FC8A-12E396976616}"/>
    <pc:docChg chg="modSld">
      <pc:chgData name="Arya Santosh Desai" userId="S::arya.d@tataelxsi.co.in::84c1a885-a0f7-4ba5-bdb2-5d4d1a579659" providerId="AD" clId="Web-{3A3E9C54-6C56-CE3C-FC8A-12E396976616}" dt="2025-12-30T10:31:43.542" v="3" actId="1076"/>
      <pc:docMkLst>
        <pc:docMk/>
      </pc:docMkLst>
      <pc:sldChg chg="modSp">
        <pc:chgData name="Arya Santosh Desai" userId="S::arya.d@tataelxsi.co.in::84c1a885-a0f7-4ba5-bdb2-5d4d1a579659" providerId="AD" clId="Web-{3A3E9C54-6C56-CE3C-FC8A-12E396976616}" dt="2025-12-30T10:31:43.542" v="3" actId="1076"/>
        <pc:sldMkLst>
          <pc:docMk/>
          <pc:sldMk cId="1868167475" sldId="317"/>
        </pc:sldMkLst>
        <pc:picChg chg="mod">
          <ac:chgData name="Arya Santosh Desai" userId="S::arya.d@tataelxsi.co.in::84c1a885-a0f7-4ba5-bdb2-5d4d1a579659" providerId="AD" clId="Web-{3A3E9C54-6C56-CE3C-FC8A-12E396976616}" dt="2025-12-30T10:31:43.542" v="3" actId="1076"/>
          <ac:picMkLst>
            <pc:docMk/>
            <pc:sldMk cId="1868167475" sldId="317"/>
            <ac:picMk id="3" creationId="{23350BA1-3ABE-9095-62B2-D7CC04A956E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9DAE02-BF54-FE85-A62E-03469D8158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5261E-F406-CBD1-7CA3-281FAFE510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5C4AF-5AEC-43DF-876B-5FCB94E9F51C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17667-BD18-BB09-A464-46AAB7152A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29D4B-71A9-7AE9-BBFA-826D0D3273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A516D-FBBF-44DA-9D42-F27ACB962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10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9EE50-2421-4AC7-8548-783D0C393C26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21AAA-0B6D-4A27-955B-CCEFF63CB1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09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1B7D-321D-65BB-362B-DB0806CF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210A6-5BE4-5DC8-D6F7-E0993B4CA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31FD3-9366-0B1F-01D9-5C3746AD0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604B5-A6BF-3CEB-BD5B-B46C170E3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283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3A21-45B0-A634-5235-59AA0894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1DA46-66A3-B432-C291-C5E6F5D0F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294D4-0410-E5B3-AB7C-6BFDC9663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5D31E-DA4F-AACF-7FB7-519BA1DD1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166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7708-2126-E46D-093D-053C540F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D3CE6-EDF5-7160-373E-2A11890CD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73875-CD7E-2D2B-DF69-2772B419C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564F-A0AB-5810-17F6-8788D860D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25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3A21-45B0-A634-5235-59AA0894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1DA46-66A3-B432-C291-C5E6F5D0F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294D4-0410-E5B3-AB7C-6BFDC9663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5D31E-DA4F-AACF-7FB7-519BA1DD1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16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3A21-45B0-A634-5235-59AA0894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1DA46-66A3-B432-C291-C5E6F5D0F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294D4-0410-E5B3-AB7C-6BFDC9663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5D31E-DA4F-AACF-7FB7-519BA1DD1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166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F209-0988-2FF5-E73C-3619CA8D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A3541-A055-2E69-D533-7CD352A92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A2752-CD29-FE8A-49F7-71C811F84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3822-22CA-C053-C0F6-2F8B4D85C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21AAA-0B6D-4A27-955B-CCEFF63CB1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77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E920B-7BDE-4D23-9540-D49301413FD8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0D32A-7FB9-405B-AE69-B2CDC725F3D7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B5EB8-F73F-4411-9CE6-1B2E52CCCFEC}" type="datetime1">
              <a:rPr lang="en-US" smtClean="0"/>
              <a:t>12/30/2025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BA689-B54D-46BC-A9B5-00B6C3B5E73D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55054-BF48-4742-859F-C4DCAB68BF8A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1337" y="6670841"/>
            <a:ext cx="485853" cy="1214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67758" y="6670841"/>
            <a:ext cx="73295" cy="1214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60804" y="6669087"/>
            <a:ext cx="268165" cy="12541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548278" y="6670841"/>
            <a:ext cx="22860" cy="122555"/>
          </a:xfrm>
          <a:custGeom>
            <a:avLst/>
            <a:gdLst/>
            <a:ahLst/>
            <a:cxnLst/>
            <a:rect l="l" t="t" r="r" b="b"/>
            <a:pathLst>
              <a:path w="22859" h="122554">
                <a:moveTo>
                  <a:pt x="22383" y="0"/>
                </a:moveTo>
                <a:lnTo>
                  <a:pt x="0" y="0"/>
                </a:lnTo>
                <a:lnTo>
                  <a:pt x="0" y="122342"/>
                </a:lnTo>
                <a:lnTo>
                  <a:pt x="22383" y="122342"/>
                </a:lnTo>
                <a:lnTo>
                  <a:pt x="22383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566525" y="6613643"/>
            <a:ext cx="265430" cy="168275"/>
          </a:xfrm>
          <a:custGeom>
            <a:avLst/>
            <a:gdLst/>
            <a:ahLst/>
            <a:cxnLst/>
            <a:rect l="l" t="t" r="r" b="b"/>
            <a:pathLst>
              <a:path w="265429" h="168275">
                <a:moveTo>
                  <a:pt x="0" y="168155"/>
                </a:moveTo>
                <a:lnTo>
                  <a:pt x="265112" y="168155"/>
                </a:lnTo>
                <a:lnTo>
                  <a:pt x="265112" y="0"/>
                </a:lnTo>
                <a:lnTo>
                  <a:pt x="0" y="0"/>
                </a:lnTo>
                <a:lnTo>
                  <a:pt x="0" y="168155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65212" y="214312"/>
            <a:ext cx="346075" cy="50800"/>
          </a:xfrm>
          <a:custGeom>
            <a:avLst/>
            <a:gdLst/>
            <a:ahLst/>
            <a:cxnLst/>
            <a:rect l="l" t="t" r="r" b="b"/>
            <a:pathLst>
              <a:path w="346075" h="50800">
                <a:moveTo>
                  <a:pt x="346075" y="0"/>
                </a:moveTo>
                <a:lnTo>
                  <a:pt x="0" y="0"/>
                </a:lnTo>
                <a:lnTo>
                  <a:pt x="0" y="50800"/>
                </a:lnTo>
                <a:lnTo>
                  <a:pt x="346075" y="50800"/>
                </a:lnTo>
                <a:lnTo>
                  <a:pt x="346075" y="0"/>
                </a:lnTo>
                <a:close/>
              </a:path>
            </a:pathLst>
          </a:custGeom>
          <a:solidFill>
            <a:srgbClr val="367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7550" y="214312"/>
            <a:ext cx="347980" cy="50800"/>
          </a:xfrm>
          <a:custGeom>
            <a:avLst/>
            <a:gdLst/>
            <a:ahLst/>
            <a:cxnLst/>
            <a:rect l="l" t="t" r="r" b="b"/>
            <a:pathLst>
              <a:path w="347980" h="50800">
                <a:moveTo>
                  <a:pt x="347663" y="0"/>
                </a:moveTo>
                <a:lnTo>
                  <a:pt x="0" y="0"/>
                </a:lnTo>
                <a:lnTo>
                  <a:pt x="0" y="50800"/>
                </a:lnTo>
                <a:lnTo>
                  <a:pt x="347663" y="50800"/>
                </a:lnTo>
                <a:lnTo>
                  <a:pt x="347663" y="0"/>
                </a:lnTo>
                <a:close/>
              </a:path>
            </a:pathLst>
          </a:custGeom>
          <a:solidFill>
            <a:srgbClr val="234E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71475" y="214312"/>
            <a:ext cx="346075" cy="50800"/>
          </a:xfrm>
          <a:custGeom>
            <a:avLst/>
            <a:gdLst/>
            <a:ahLst/>
            <a:cxnLst/>
            <a:rect l="l" t="t" r="r" b="b"/>
            <a:pathLst>
              <a:path w="346075" h="50800">
                <a:moveTo>
                  <a:pt x="346075" y="0"/>
                </a:moveTo>
                <a:lnTo>
                  <a:pt x="0" y="0"/>
                </a:lnTo>
                <a:lnTo>
                  <a:pt x="0" y="50800"/>
                </a:lnTo>
                <a:lnTo>
                  <a:pt x="346075" y="50800"/>
                </a:lnTo>
                <a:lnTo>
                  <a:pt x="346075" y="0"/>
                </a:lnTo>
                <a:close/>
              </a:path>
            </a:pathLst>
          </a:custGeom>
          <a:solidFill>
            <a:srgbClr val="1A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642546"/>
            <a:ext cx="12192000" cy="1971675"/>
          </a:xfrm>
          <a:custGeom>
            <a:avLst/>
            <a:gdLst/>
            <a:ahLst/>
            <a:cxnLst/>
            <a:rect l="l" t="t" r="r" b="b"/>
            <a:pathLst>
              <a:path w="12192000" h="1971675">
                <a:moveTo>
                  <a:pt x="12192000" y="0"/>
                </a:moveTo>
                <a:lnTo>
                  <a:pt x="0" y="0"/>
                </a:lnTo>
                <a:lnTo>
                  <a:pt x="0" y="1971097"/>
                </a:lnTo>
                <a:lnTo>
                  <a:pt x="12192000" y="19710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367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425" y="369315"/>
            <a:ext cx="541845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AF74C-88E5-4BDC-957A-DC61329A7B1F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hyperlink" Target="http://www.tataelxsi.com/" TargetMode="External"/><Relationship Id="rId7" Type="http://schemas.openxmlformats.org/officeDocument/2006/relationships/image" Target="../media/image25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840" y="246887"/>
            <a:ext cx="11703685" cy="6364605"/>
            <a:chOff x="243840" y="246887"/>
            <a:chExt cx="11703685" cy="6364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475" y="247649"/>
              <a:ext cx="11703050" cy="6362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40" y="246887"/>
              <a:ext cx="5852160" cy="63642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18774" y="527049"/>
              <a:ext cx="641350" cy="560705"/>
            </a:xfrm>
            <a:custGeom>
              <a:avLst/>
              <a:gdLst/>
              <a:ahLst/>
              <a:cxnLst/>
              <a:rect l="l" t="t" r="r" b="b"/>
              <a:pathLst>
                <a:path w="641350" h="560705">
                  <a:moveTo>
                    <a:pt x="155384" y="399719"/>
                  </a:moveTo>
                  <a:lnTo>
                    <a:pt x="0" y="399719"/>
                  </a:lnTo>
                  <a:lnTo>
                    <a:pt x="0" y="447662"/>
                  </a:lnTo>
                  <a:lnTo>
                    <a:pt x="46786" y="447662"/>
                  </a:lnTo>
                  <a:lnTo>
                    <a:pt x="46786" y="560298"/>
                  </a:lnTo>
                  <a:lnTo>
                    <a:pt x="111480" y="560298"/>
                  </a:lnTo>
                  <a:lnTo>
                    <a:pt x="111480" y="447662"/>
                  </a:lnTo>
                  <a:lnTo>
                    <a:pt x="155384" y="447662"/>
                  </a:lnTo>
                  <a:lnTo>
                    <a:pt x="155384" y="399719"/>
                  </a:lnTo>
                  <a:close/>
                </a:path>
                <a:path w="641350" h="560705">
                  <a:moveTo>
                    <a:pt x="328091" y="560298"/>
                  </a:moveTo>
                  <a:lnTo>
                    <a:pt x="290969" y="463842"/>
                  </a:lnTo>
                  <a:lnTo>
                    <a:pt x="266293" y="399719"/>
                  </a:lnTo>
                  <a:lnTo>
                    <a:pt x="199288" y="399719"/>
                  </a:lnTo>
                  <a:lnTo>
                    <a:pt x="138633" y="560298"/>
                  </a:lnTo>
                  <a:lnTo>
                    <a:pt x="200431" y="560298"/>
                  </a:lnTo>
                  <a:lnTo>
                    <a:pt x="233362" y="463842"/>
                  </a:lnTo>
                  <a:lnTo>
                    <a:pt x="266293" y="560298"/>
                  </a:lnTo>
                  <a:lnTo>
                    <a:pt x="328091" y="560298"/>
                  </a:lnTo>
                  <a:close/>
                </a:path>
                <a:path w="641350" h="560705">
                  <a:moveTo>
                    <a:pt x="468464" y="399719"/>
                  </a:moveTo>
                  <a:lnTo>
                    <a:pt x="313080" y="399719"/>
                  </a:lnTo>
                  <a:lnTo>
                    <a:pt x="313080" y="447662"/>
                  </a:lnTo>
                  <a:lnTo>
                    <a:pt x="359867" y="447662"/>
                  </a:lnTo>
                  <a:lnTo>
                    <a:pt x="359867" y="560298"/>
                  </a:lnTo>
                  <a:lnTo>
                    <a:pt x="424561" y="560298"/>
                  </a:lnTo>
                  <a:lnTo>
                    <a:pt x="424561" y="447662"/>
                  </a:lnTo>
                  <a:lnTo>
                    <a:pt x="468464" y="447662"/>
                  </a:lnTo>
                  <a:lnTo>
                    <a:pt x="468464" y="399719"/>
                  </a:lnTo>
                  <a:close/>
                </a:path>
                <a:path w="641350" h="560705">
                  <a:moveTo>
                    <a:pt x="548170" y="106997"/>
                  </a:moveTo>
                  <a:lnTo>
                    <a:pt x="542975" y="98767"/>
                  </a:lnTo>
                  <a:lnTo>
                    <a:pt x="537527" y="90538"/>
                  </a:lnTo>
                  <a:lnTo>
                    <a:pt x="531558" y="82308"/>
                  </a:lnTo>
                  <a:lnTo>
                    <a:pt x="529310" y="79565"/>
                  </a:lnTo>
                  <a:lnTo>
                    <a:pt x="524814" y="74079"/>
                  </a:lnTo>
                  <a:lnTo>
                    <a:pt x="487197" y="43548"/>
                  </a:lnTo>
                  <a:lnTo>
                    <a:pt x="438251" y="19202"/>
                  </a:lnTo>
                  <a:lnTo>
                    <a:pt x="381914" y="4965"/>
                  </a:lnTo>
                  <a:lnTo>
                    <a:pt x="321449" y="0"/>
                  </a:lnTo>
                  <a:lnTo>
                    <a:pt x="290614" y="1257"/>
                  </a:lnTo>
                  <a:lnTo>
                    <a:pt x="231013" y="10998"/>
                  </a:lnTo>
                  <a:lnTo>
                    <a:pt x="178371" y="30480"/>
                  </a:lnTo>
                  <a:lnTo>
                    <a:pt x="135267" y="58178"/>
                  </a:lnTo>
                  <a:lnTo>
                    <a:pt x="104863" y="90538"/>
                  </a:lnTo>
                  <a:lnTo>
                    <a:pt x="94729" y="106997"/>
                  </a:lnTo>
                  <a:lnTo>
                    <a:pt x="134531" y="98285"/>
                  </a:lnTo>
                  <a:lnTo>
                    <a:pt x="183349" y="89687"/>
                  </a:lnTo>
                  <a:lnTo>
                    <a:pt x="237337" y="82892"/>
                  </a:lnTo>
                  <a:lnTo>
                    <a:pt x="292595" y="79565"/>
                  </a:lnTo>
                  <a:lnTo>
                    <a:pt x="299466" y="79565"/>
                  </a:lnTo>
                  <a:lnTo>
                    <a:pt x="310603" y="108978"/>
                  </a:lnTo>
                  <a:lnTo>
                    <a:pt x="310464" y="116611"/>
                  </a:lnTo>
                  <a:lnTo>
                    <a:pt x="309079" y="318274"/>
                  </a:lnTo>
                  <a:lnTo>
                    <a:pt x="333819" y="318274"/>
                  </a:lnTo>
                  <a:lnTo>
                    <a:pt x="331063" y="116611"/>
                  </a:lnTo>
                  <a:lnTo>
                    <a:pt x="331127" y="108978"/>
                  </a:lnTo>
                  <a:lnTo>
                    <a:pt x="343433" y="79565"/>
                  </a:lnTo>
                  <a:lnTo>
                    <a:pt x="350304" y="79565"/>
                  </a:lnTo>
                  <a:lnTo>
                    <a:pt x="405371" y="82892"/>
                  </a:lnTo>
                  <a:lnTo>
                    <a:pt x="459028" y="89687"/>
                  </a:lnTo>
                  <a:lnTo>
                    <a:pt x="507784" y="98285"/>
                  </a:lnTo>
                  <a:lnTo>
                    <a:pt x="548170" y="106997"/>
                  </a:lnTo>
                  <a:close/>
                </a:path>
                <a:path w="641350" h="560705">
                  <a:moveTo>
                    <a:pt x="641172" y="560298"/>
                  </a:moveTo>
                  <a:lnTo>
                    <a:pt x="604050" y="463842"/>
                  </a:lnTo>
                  <a:lnTo>
                    <a:pt x="579361" y="399719"/>
                  </a:lnTo>
                  <a:lnTo>
                    <a:pt x="512356" y="399719"/>
                  </a:lnTo>
                  <a:lnTo>
                    <a:pt x="451713" y="560298"/>
                  </a:lnTo>
                  <a:lnTo>
                    <a:pt x="513511" y="560298"/>
                  </a:lnTo>
                  <a:lnTo>
                    <a:pt x="546442" y="463842"/>
                  </a:lnTo>
                  <a:lnTo>
                    <a:pt x="579361" y="560298"/>
                  </a:lnTo>
                  <a:lnTo>
                    <a:pt x="641172" y="5602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82355" y="639320"/>
              <a:ext cx="196729" cy="1979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01378" y="639320"/>
              <a:ext cx="195215" cy="1979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4131" y="2520467"/>
              <a:ext cx="1198880" cy="236220"/>
            </a:xfrm>
            <a:custGeom>
              <a:avLst/>
              <a:gdLst/>
              <a:ahLst/>
              <a:cxnLst/>
              <a:rect l="l" t="t" r="r" b="b"/>
              <a:pathLst>
                <a:path w="1198880" h="236219">
                  <a:moveTo>
                    <a:pt x="225755" y="0"/>
                  </a:moveTo>
                  <a:lnTo>
                    <a:pt x="0" y="0"/>
                  </a:lnTo>
                  <a:lnTo>
                    <a:pt x="0" y="67894"/>
                  </a:lnTo>
                  <a:lnTo>
                    <a:pt x="66205" y="67894"/>
                  </a:lnTo>
                  <a:lnTo>
                    <a:pt x="66205" y="235940"/>
                  </a:lnTo>
                  <a:lnTo>
                    <a:pt x="161251" y="235940"/>
                  </a:lnTo>
                  <a:lnTo>
                    <a:pt x="161251" y="67894"/>
                  </a:lnTo>
                  <a:lnTo>
                    <a:pt x="225755" y="67894"/>
                  </a:lnTo>
                  <a:lnTo>
                    <a:pt x="225755" y="0"/>
                  </a:lnTo>
                  <a:close/>
                </a:path>
                <a:path w="1198880" h="236219">
                  <a:moveTo>
                    <a:pt x="479501" y="235940"/>
                  </a:moveTo>
                  <a:lnTo>
                    <a:pt x="424954" y="94208"/>
                  </a:lnTo>
                  <a:lnTo>
                    <a:pt x="388696" y="0"/>
                  </a:lnTo>
                  <a:lnTo>
                    <a:pt x="290245" y="0"/>
                  </a:lnTo>
                  <a:lnTo>
                    <a:pt x="201142" y="235940"/>
                  </a:lnTo>
                  <a:lnTo>
                    <a:pt x="291947" y="235940"/>
                  </a:lnTo>
                  <a:lnTo>
                    <a:pt x="340321" y="94208"/>
                  </a:lnTo>
                  <a:lnTo>
                    <a:pt x="388696" y="235940"/>
                  </a:lnTo>
                  <a:lnTo>
                    <a:pt x="479501" y="235940"/>
                  </a:lnTo>
                  <a:close/>
                </a:path>
                <a:path w="1198880" h="236219">
                  <a:moveTo>
                    <a:pt x="685736" y="0"/>
                  </a:moveTo>
                  <a:lnTo>
                    <a:pt x="459981" y="0"/>
                  </a:lnTo>
                  <a:lnTo>
                    <a:pt x="459981" y="67894"/>
                  </a:lnTo>
                  <a:lnTo>
                    <a:pt x="526186" y="67894"/>
                  </a:lnTo>
                  <a:lnTo>
                    <a:pt x="526186" y="235940"/>
                  </a:lnTo>
                  <a:lnTo>
                    <a:pt x="621233" y="235940"/>
                  </a:lnTo>
                  <a:lnTo>
                    <a:pt x="621233" y="67894"/>
                  </a:lnTo>
                  <a:lnTo>
                    <a:pt x="685736" y="67894"/>
                  </a:lnTo>
                  <a:lnTo>
                    <a:pt x="685736" y="0"/>
                  </a:lnTo>
                  <a:close/>
                </a:path>
                <a:path w="1198880" h="236219">
                  <a:moveTo>
                    <a:pt x="939495" y="235940"/>
                  </a:moveTo>
                  <a:lnTo>
                    <a:pt x="884936" y="94208"/>
                  </a:lnTo>
                  <a:lnTo>
                    <a:pt x="848677" y="0"/>
                  </a:lnTo>
                  <a:lnTo>
                    <a:pt x="750239" y="0"/>
                  </a:lnTo>
                  <a:lnTo>
                    <a:pt x="661123" y="235940"/>
                  </a:lnTo>
                  <a:lnTo>
                    <a:pt x="751928" y="235940"/>
                  </a:lnTo>
                  <a:lnTo>
                    <a:pt x="800303" y="94208"/>
                  </a:lnTo>
                  <a:lnTo>
                    <a:pt x="848677" y="235940"/>
                  </a:lnTo>
                  <a:lnTo>
                    <a:pt x="939495" y="235940"/>
                  </a:lnTo>
                  <a:close/>
                </a:path>
                <a:path w="1198880" h="236219">
                  <a:moveTo>
                    <a:pt x="1198333" y="199872"/>
                  </a:moveTo>
                  <a:lnTo>
                    <a:pt x="1099045" y="199872"/>
                  </a:lnTo>
                  <a:lnTo>
                    <a:pt x="1099045" y="131292"/>
                  </a:lnTo>
                  <a:lnTo>
                    <a:pt x="1188161" y="131292"/>
                  </a:lnTo>
                  <a:lnTo>
                    <a:pt x="1188161" y="97002"/>
                  </a:lnTo>
                  <a:lnTo>
                    <a:pt x="1099045" y="97002"/>
                  </a:lnTo>
                  <a:lnTo>
                    <a:pt x="1099045" y="36042"/>
                  </a:lnTo>
                  <a:lnTo>
                    <a:pt x="1194092" y="36042"/>
                  </a:lnTo>
                  <a:lnTo>
                    <a:pt x="1194092" y="482"/>
                  </a:lnTo>
                  <a:lnTo>
                    <a:pt x="1056614" y="482"/>
                  </a:lnTo>
                  <a:lnTo>
                    <a:pt x="1056614" y="36042"/>
                  </a:lnTo>
                  <a:lnTo>
                    <a:pt x="1056614" y="97002"/>
                  </a:lnTo>
                  <a:lnTo>
                    <a:pt x="1056614" y="131292"/>
                  </a:lnTo>
                  <a:lnTo>
                    <a:pt x="1056614" y="199872"/>
                  </a:lnTo>
                  <a:lnTo>
                    <a:pt x="1056614" y="232892"/>
                  </a:lnTo>
                  <a:lnTo>
                    <a:pt x="1198333" y="232892"/>
                  </a:lnTo>
                  <a:lnTo>
                    <a:pt x="1198333" y="199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0666" y="2520463"/>
              <a:ext cx="344563" cy="2333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5598" y="2517918"/>
              <a:ext cx="153610" cy="2401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87400" y="2520463"/>
              <a:ext cx="42545" cy="233679"/>
            </a:xfrm>
            <a:custGeom>
              <a:avLst/>
              <a:gdLst/>
              <a:ahLst/>
              <a:cxnLst/>
              <a:rect l="l" t="t" r="r" b="b"/>
              <a:pathLst>
                <a:path w="42544" h="233680">
                  <a:moveTo>
                    <a:pt x="42433" y="0"/>
                  </a:moveTo>
                  <a:lnTo>
                    <a:pt x="0" y="0"/>
                  </a:lnTo>
                  <a:lnTo>
                    <a:pt x="0" y="233387"/>
                  </a:lnTo>
                  <a:lnTo>
                    <a:pt x="42433" y="233387"/>
                  </a:lnTo>
                  <a:lnTo>
                    <a:pt x="42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5212" y="5930899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4" h="389254">
                  <a:moveTo>
                    <a:pt x="194468" y="0"/>
                  </a:moveTo>
                  <a:lnTo>
                    <a:pt x="149879" y="5136"/>
                  </a:lnTo>
                  <a:lnTo>
                    <a:pt x="108946" y="19766"/>
                  </a:lnTo>
                  <a:lnTo>
                    <a:pt x="72838" y="42722"/>
                  </a:lnTo>
                  <a:lnTo>
                    <a:pt x="42722" y="72838"/>
                  </a:lnTo>
                  <a:lnTo>
                    <a:pt x="19766" y="108946"/>
                  </a:lnTo>
                  <a:lnTo>
                    <a:pt x="5136" y="149879"/>
                  </a:lnTo>
                  <a:lnTo>
                    <a:pt x="0" y="194469"/>
                  </a:lnTo>
                  <a:lnTo>
                    <a:pt x="5136" y="239058"/>
                  </a:lnTo>
                  <a:lnTo>
                    <a:pt x="19766" y="279991"/>
                  </a:lnTo>
                  <a:lnTo>
                    <a:pt x="42722" y="316099"/>
                  </a:lnTo>
                  <a:lnTo>
                    <a:pt x="72838" y="346215"/>
                  </a:lnTo>
                  <a:lnTo>
                    <a:pt x="108946" y="369171"/>
                  </a:lnTo>
                  <a:lnTo>
                    <a:pt x="149879" y="383801"/>
                  </a:lnTo>
                  <a:lnTo>
                    <a:pt x="194468" y="388938"/>
                  </a:lnTo>
                  <a:lnTo>
                    <a:pt x="239058" y="383801"/>
                  </a:lnTo>
                  <a:lnTo>
                    <a:pt x="279991" y="369171"/>
                  </a:lnTo>
                  <a:lnTo>
                    <a:pt x="316099" y="346215"/>
                  </a:lnTo>
                  <a:lnTo>
                    <a:pt x="346215" y="316099"/>
                  </a:lnTo>
                  <a:lnTo>
                    <a:pt x="369171" y="279991"/>
                  </a:lnTo>
                  <a:lnTo>
                    <a:pt x="383801" y="239058"/>
                  </a:lnTo>
                  <a:lnTo>
                    <a:pt x="388937" y="194469"/>
                  </a:lnTo>
                  <a:lnTo>
                    <a:pt x="383801" y="149879"/>
                  </a:lnTo>
                  <a:lnTo>
                    <a:pt x="369171" y="108946"/>
                  </a:lnTo>
                  <a:lnTo>
                    <a:pt x="346215" y="72838"/>
                  </a:lnTo>
                  <a:lnTo>
                    <a:pt x="316099" y="42722"/>
                  </a:lnTo>
                  <a:lnTo>
                    <a:pt x="279991" y="19766"/>
                  </a:lnTo>
                  <a:lnTo>
                    <a:pt x="239058" y="5136"/>
                  </a:lnTo>
                  <a:lnTo>
                    <a:pt x="194468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69674" y="6027738"/>
              <a:ext cx="100012" cy="19526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1438" y="2926587"/>
            <a:ext cx="2914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solidFill>
                  <a:srgbClr val="FFFFFF"/>
                </a:solidFill>
                <a:latin typeface="Verdana"/>
                <a:cs typeface="Verdana"/>
              </a:rPr>
              <a:t>Name</a:t>
            </a:r>
            <a:r>
              <a:rPr sz="2800" b="1" spc="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35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800" b="1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>
                <a:solidFill>
                  <a:srgbClr val="FFFFFF"/>
                </a:solidFill>
              </a:rPr>
              <a:t>Subrata</a:t>
            </a:r>
            <a:r>
              <a:rPr sz="2000" spc="185">
                <a:solidFill>
                  <a:srgbClr val="FFFFFF"/>
                </a:solidFill>
              </a:rPr>
              <a:t> </a:t>
            </a:r>
            <a:r>
              <a:rPr sz="2000" spc="-50">
                <a:solidFill>
                  <a:srgbClr val="FFFFFF"/>
                </a:solidFill>
              </a:rPr>
              <a:t>B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438" y="3963415"/>
            <a:ext cx="4046854" cy="906017"/>
          </a:xfrm>
          <a:prstGeom prst="rect">
            <a:avLst/>
          </a:prstGeom>
        </p:spPr>
        <p:txBody>
          <a:bodyPr vert="horz" wrap="square" lIns="0" tIns="117475" rIns="0" bIns="0" rtlCol="0" anchor="t">
            <a:spAutoFit/>
          </a:bodyPr>
          <a:lstStyle/>
          <a:p>
            <a:pPr marL="12700">
              <a:spcBef>
                <a:spcPts val="925"/>
              </a:spcBef>
            </a:pPr>
            <a:r>
              <a:rPr sz="1800" b="1" spc="-20">
                <a:solidFill>
                  <a:srgbClr val="FFFFFF"/>
                </a:solidFill>
                <a:latin typeface="Tahoma"/>
                <a:cs typeface="Tahoma"/>
              </a:rPr>
              <a:t>Date</a:t>
            </a:r>
            <a:r>
              <a:rPr sz="1800" b="1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5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b="1" spc="-30">
                <a:solidFill>
                  <a:srgbClr val="FFFFFF"/>
                </a:solidFill>
                <a:latin typeface="Tahoma"/>
                <a:cs typeface="Tahoma"/>
              </a:rPr>
              <a:t>  24 </a:t>
            </a:r>
            <a:r>
              <a:rPr lang="en-GB" b="1" spc="-30">
                <a:solidFill>
                  <a:srgbClr val="FFFFFF"/>
                </a:solidFill>
                <a:latin typeface="Tahoma"/>
                <a:cs typeface="Tahoma"/>
              </a:rPr>
              <a:t>Dec</a:t>
            </a:r>
            <a:r>
              <a:rPr lang="en-GB" sz="1800" b="1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FFFF"/>
                </a:solidFill>
                <a:latin typeface="Tahoma"/>
                <a:cs typeface="Tahoma"/>
              </a:rPr>
              <a:t>202</a:t>
            </a:r>
            <a:r>
              <a:rPr lang="en-US" b="1" spc="-2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lang="en-US"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spc="-75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24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>
                <a:solidFill>
                  <a:srgbClr val="FFFFFF"/>
                </a:solidFill>
                <a:latin typeface="Verdana"/>
                <a:cs typeface="Verdana"/>
              </a:rPr>
              <a:t>RMG</a:t>
            </a:r>
            <a:r>
              <a:rPr sz="24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>
                <a:solidFill>
                  <a:srgbClr val="FFFFFF"/>
                </a:solidFill>
                <a:latin typeface="Verdana"/>
                <a:cs typeface="Verdana"/>
              </a:rPr>
              <a:t>Weekly</a:t>
            </a:r>
            <a:r>
              <a:rPr sz="24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>
                <a:solidFill>
                  <a:srgbClr val="FFFFFF"/>
                </a:solidFill>
                <a:latin typeface="Verdana"/>
                <a:cs typeface="Verdana"/>
              </a:rPr>
              <a:t>Metrics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8C9447-116E-6C3F-3E5A-EED7BA14C2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GB" spc="-50" smtClean="0"/>
              <a:t>1</a:t>
            </a:fld>
            <a:endParaRPr lang="en-GB" spc="-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9AF8-FCDC-68CE-A98E-6C804D51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25E21109-630A-5298-B9C0-42649DD5AC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048" y="340561"/>
            <a:ext cx="8146853" cy="71713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/>
              <a:t>Digital</a:t>
            </a:r>
            <a:r>
              <a:rPr spc="-125"/>
              <a:t> </a:t>
            </a:r>
            <a:r>
              <a:rPr spc="-45"/>
              <a:t>Applications</a:t>
            </a:r>
            <a:r>
              <a:rPr lang="en-GB" spc="-45"/>
              <a:t>: Data Engineering Skill Factory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GB" spc="-45">
              <a:ea typeface="Verdana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443CFC1-54BF-C131-A980-CBED340BA89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28775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2</a:t>
            </a:fld>
            <a:endParaRPr spc="-50"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6B66CED6-7480-64CC-337A-D501340DD8F4}"/>
              </a:ext>
            </a:extLst>
          </p:cNvPr>
          <p:cNvSpPr txBox="1"/>
          <p:nvPr/>
        </p:nvSpPr>
        <p:spPr>
          <a:xfrm>
            <a:off x="639605" y="1430528"/>
            <a:ext cx="1230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0">
                <a:solidFill>
                  <a:srgbClr val="FFFFFF"/>
                </a:solidFill>
                <a:latin typeface="Verdana"/>
                <a:cs typeface="Verdana"/>
              </a:rPr>
              <a:t>Pr</a:t>
            </a:r>
            <a:r>
              <a:rPr sz="1400" b="1" spc="-1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400" b="1" spc="-105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1400" b="1" spc="-60">
                <a:solidFill>
                  <a:srgbClr val="FFFFFF"/>
                </a:solidFill>
                <a:latin typeface="Verdana"/>
                <a:cs typeface="Verdana"/>
              </a:rPr>
              <a:t>ect</a:t>
            </a:r>
            <a:r>
              <a:rPr sz="1400" b="1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229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lang="en-GB" sz="1400" b="1" spc="-2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b="1" spc="-25" err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b="1" spc="-145" err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400" b="1" spc="-215" err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400" b="1" spc="-160" err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2" name="object 6">
            <a:extLst>
              <a:ext uri="{FF2B5EF4-FFF2-40B4-BE49-F238E27FC236}">
                <a16:creationId xmlns:a16="http://schemas.microsoft.com/office/drawing/2014/main" id="{3A63BE4E-0C94-20AB-91C0-8247A3C66B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230218"/>
            <a:ext cx="4120896" cy="496824"/>
          </a:xfrm>
          <a:prstGeom prst="rect">
            <a:avLst/>
          </a:prstGeom>
        </p:spPr>
      </p:pic>
      <p:sp>
        <p:nvSpPr>
          <p:cNvPr id="43" name="object 7">
            <a:extLst>
              <a:ext uri="{FF2B5EF4-FFF2-40B4-BE49-F238E27FC236}">
                <a16:creationId xmlns:a16="http://schemas.microsoft.com/office/drawing/2014/main" id="{65F0AB68-496A-BB60-7234-FC96E0AA2503}"/>
              </a:ext>
            </a:extLst>
          </p:cNvPr>
          <p:cNvSpPr txBox="1"/>
          <p:nvPr/>
        </p:nvSpPr>
        <p:spPr>
          <a:xfrm>
            <a:off x="1153726" y="1334385"/>
            <a:ext cx="23443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lvl="2"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Calibri"/>
              </a:rPr>
              <a:t>PROJECT</a:t>
            </a:r>
            <a:r>
              <a:rPr lang="en-GB" sz="1400" b="1" spc="-95">
                <a:solidFill>
                  <a:srgbClr val="FFFFFF"/>
                </a:solidFill>
                <a:latin typeface="Verdana"/>
                <a:cs typeface="Calibri"/>
              </a:rPr>
              <a:t>  </a:t>
            </a:r>
            <a:r>
              <a:rPr lang="en-GB" sz="1400" b="1">
                <a:solidFill>
                  <a:srgbClr val="FFFFFF"/>
                </a:solidFill>
                <a:latin typeface="Verdana"/>
                <a:cs typeface="Calibri"/>
              </a:rPr>
              <a:t>HIGHLIGHTS</a:t>
            </a:r>
            <a:endParaRPr lang="en-GB" sz="1400">
              <a:latin typeface="Verdana"/>
              <a:cs typeface="Calibri"/>
            </a:endParaRPr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82F4C67E-A294-5B01-AF26-3B23FA01C3D2}"/>
              </a:ext>
            </a:extLst>
          </p:cNvPr>
          <p:cNvSpPr txBox="1"/>
          <p:nvPr/>
        </p:nvSpPr>
        <p:spPr>
          <a:xfrm>
            <a:off x="332231" y="1680594"/>
            <a:ext cx="5418456" cy="56233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3495" rIns="0" bIns="0" rtlCol="0" anchor="t">
            <a:spAutoFit/>
          </a:bodyPr>
          <a:lstStyle/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POC – </a:t>
            </a:r>
            <a:r>
              <a:rPr lang="en-US" sz="1200">
                <a:solidFill>
                  <a:schemeClr val="tx1"/>
                </a:solidFill>
              </a:rPr>
              <a:t>Talent management dashboard</a:t>
            </a:r>
          </a:p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r>
              <a:rPr lang="en-US" sz="1200">
                <a:solidFill>
                  <a:schemeClr val="tx1"/>
                </a:solidFill>
              </a:rPr>
              <a:t>Tool to understand the employees’ skills </a:t>
            </a:r>
          </a:p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r>
              <a:rPr lang="en-US" sz="1200">
                <a:solidFill>
                  <a:schemeClr val="tx1"/>
                </a:solidFill>
              </a:rPr>
              <a:t>Find skill gaps and suggest training courses accordingly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8" name="object 12">
            <a:extLst>
              <a:ext uri="{FF2B5EF4-FFF2-40B4-BE49-F238E27FC236}">
                <a16:creationId xmlns:a16="http://schemas.microsoft.com/office/drawing/2014/main" id="{A6DC5FB3-9571-3288-E0D9-9701FB00D9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653" y="2811649"/>
            <a:ext cx="4011167" cy="496824"/>
          </a:xfrm>
          <a:prstGeom prst="rect">
            <a:avLst/>
          </a:prstGeom>
        </p:spPr>
      </p:pic>
      <p:sp>
        <p:nvSpPr>
          <p:cNvPr id="49" name="object 13">
            <a:extLst>
              <a:ext uri="{FF2B5EF4-FFF2-40B4-BE49-F238E27FC236}">
                <a16:creationId xmlns:a16="http://schemas.microsoft.com/office/drawing/2014/main" id="{846EB2F9-C97E-B382-8281-3EEFCD1803C7}"/>
              </a:ext>
            </a:extLst>
          </p:cNvPr>
          <p:cNvSpPr txBox="1"/>
          <p:nvPr/>
        </p:nvSpPr>
        <p:spPr>
          <a:xfrm>
            <a:off x="1287315" y="2896819"/>
            <a:ext cx="221072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1400" b="1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FFFFFF"/>
                </a:solidFill>
                <a:latin typeface="Verdana"/>
                <a:cs typeface="Verdana"/>
              </a:rPr>
              <a:t>LOWLIGHTS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3" name="object 17">
            <a:extLst>
              <a:ext uri="{FF2B5EF4-FFF2-40B4-BE49-F238E27FC236}">
                <a16:creationId xmlns:a16="http://schemas.microsoft.com/office/drawing/2014/main" id="{8119602B-5E00-CE4D-BA88-F7FAEA2718BA}"/>
              </a:ext>
            </a:extLst>
          </p:cNvPr>
          <p:cNvSpPr txBox="1"/>
          <p:nvPr/>
        </p:nvSpPr>
        <p:spPr>
          <a:xfrm>
            <a:off x="349653" y="3383297"/>
            <a:ext cx="4760372" cy="21736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76555" algn="l"/>
                <a:tab pos="377190" algn="l"/>
              </a:tabLst>
            </a:pPr>
            <a:r>
              <a:rPr sz="1200" spc="-5">
                <a:latin typeface="Calibri"/>
                <a:cs typeface="Calibri"/>
              </a:rPr>
              <a:t>None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63E1ABDA-1E84-7D91-525C-777EC2B13289}"/>
              </a:ext>
            </a:extLst>
          </p:cNvPr>
          <p:cNvSpPr txBox="1"/>
          <p:nvPr/>
        </p:nvSpPr>
        <p:spPr>
          <a:xfrm>
            <a:off x="6946773" y="1305243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2781F-986C-51BE-FA7B-14937BD758E0}"/>
              </a:ext>
            </a:extLst>
          </p:cNvPr>
          <p:cNvSpPr/>
          <p:nvPr/>
        </p:nvSpPr>
        <p:spPr>
          <a:xfrm>
            <a:off x="609278" y="4218501"/>
            <a:ext cx="5226900" cy="2174240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9C64D2-BA07-1195-5427-299D3D871AE6}"/>
              </a:ext>
            </a:extLst>
          </p:cNvPr>
          <p:cNvSpPr/>
          <p:nvPr/>
        </p:nvSpPr>
        <p:spPr>
          <a:xfrm>
            <a:off x="6325953" y="4632960"/>
            <a:ext cx="5226900" cy="1747520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5C71B-0159-AFA1-6378-402B6F3FFF1A}"/>
              </a:ext>
            </a:extLst>
          </p:cNvPr>
          <p:cNvSpPr/>
          <p:nvPr/>
        </p:nvSpPr>
        <p:spPr>
          <a:xfrm>
            <a:off x="609278" y="4218501"/>
            <a:ext cx="5226900" cy="414459"/>
          </a:xfrm>
          <a:prstGeom prst="rect">
            <a:avLst/>
          </a:prstGeom>
          <a:solidFill>
            <a:srgbClr val="204279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completed in previous week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B2AB32-AC2B-2839-ED79-C25EF8A9301A}"/>
              </a:ext>
            </a:extLst>
          </p:cNvPr>
          <p:cNvSpPr/>
          <p:nvPr/>
        </p:nvSpPr>
        <p:spPr>
          <a:xfrm>
            <a:off x="6325953" y="4212370"/>
            <a:ext cx="5226900" cy="414459"/>
          </a:xfrm>
          <a:prstGeom prst="rect">
            <a:avLst/>
          </a:prstGeom>
          <a:solidFill>
            <a:srgbClr val="204279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planned for current  week</a:t>
            </a:r>
          </a:p>
        </p:txBody>
      </p:sp>
      <p:sp>
        <p:nvSpPr>
          <p:cNvPr id="2" name="object 22">
            <a:extLst>
              <a:ext uri="{FF2B5EF4-FFF2-40B4-BE49-F238E27FC236}">
                <a16:creationId xmlns:a16="http://schemas.microsoft.com/office/drawing/2014/main" id="{085C10C5-67B7-9843-3C55-BA7E4444AB77}"/>
              </a:ext>
            </a:extLst>
          </p:cNvPr>
          <p:cNvSpPr txBox="1"/>
          <p:nvPr/>
        </p:nvSpPr>
        <p:spPr>
          <a:xfrm>
            <a:off x="609277" y="4626829"/>
            <a:ext cx="5222299" cy="1923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US"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object 22">
            <a:extLst>
              <a:ext uri="{FF2B5EF4-FFF2-40B4-BE49-F238E27FC236}">
                <a16:creationId xmlns:a16="http://schemas.microsoft.com/office/drawing/2014/main" id="{19CC519E-52A2-6DAD-C147-C70995DD9EB3}"/>
              </a:ext>
            </a:extLst>
          </p:cNvPr>
          <p:cNvSpPr txBox="1"/>
          <p:nvPr/>
        </p:nvSpPr>
        <p:spPr>
          <a:xfrm>
            <a:off x="6541612" y="4723979"/>
            <a:ext cx="4809957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Work on the POC - Talent management dashboard</a:t>
            </a:r>
            <a:endParaRPr lang="en-US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59F809-23CF-3B43-619B-871903826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218003"/>
              </p:ext>
            </p:extLst>
          </p:nvPr>
        </p:nvGraphicFramePr>
        <p:xfrm>
          <a:off x="5750688" y="1894443"/>
          <a:ext cx="6248272" cy="838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7096">
                  <a:extLst>
                    <a:ext uri="{9D8B030D-6E8A-4147-A177-3AD203B41FA5}">
                      <a16:colId xmlns:a16="http://schemas.microsoft.com/office/drawing/2014/main" val="4226280292"/>
                    </a:ext>
                  </a:extLst>
                </a:gridCol>
                <a:gridCol w="767950">
                  <a:extLst>
                    <a:ext uri="{9D8B030D-6E8A-4147-A177-3AD203B41FA5}">
                      <a16:colId xmlns:a16="http://schemas.microsoft.com/office/drawing/2014/main" val="3357965372"/>
                    </a:ext>
                  </a:extLst>
                </a:gridCol>
                <a:gridCol w="1423629">
                  <a:extLst>
                    <a:ext uri="{9D8B030D-6E8A-4147-A177-3AD203B41FA5}">
                      <a16:colId xmlns:a16="http://schemas.microsoft.com/office/drawing/2014/main" val="3983726821"/>
                    </a:ext>
                  </a:extLst>
                </a:gridCol>
                <a:gridCol w="1240284">
                  <a:extLst>
                    <a:ext uri="{9D8B030D-6E8A-4147-A177-3AD203B41FA5}">
                      <a16:colId xmlns:a16="http://schemas.microsoft.com/office/drawing/2014/main" val="4137272002"/>
                    </a:ext>
                  </a:extLst>
                </a:gridCol>
                <a:gridCol w="2289313">
                  <a:extLst>
                    <a:ext uri="{9D8B030D-6E8A-4147-A177-3AD203B41FA5}">
                      <a16:colId xmlns:a16="http://schemas.microsoft.com/office/drawing/2014/main" val="1638198498"/>
                    </a:ext>
                  </a:extLst>
                </a:gridCol>
              </a:tblGrid>
              <a:tr h="2909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Designation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Expertise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93535"/>
                  </a:ext>
                </a:extLst>
              </a:tr>
              <a:tr h="27380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43916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Kavyasri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Data Engineering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70867868"/>
                  </a:ext>
                </a:extLst>
              </a:tr>
              <a:tr h="2738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43922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Megha 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Data Engineering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84087120"/>
                  </a:ext>
                </a:extLst>
              </a:tr>
            </a:tbl>
          </a:graphicData>
        </a:graphic>
      </p:graphicFrame>
      <p:pic>
        <p:nvPicPr>
          <p:cNvPr id="11" name="object 6">
            <a:extLst>
              <a:ext uri="{FF2B5EF4-FFF2-40B4-BE49-F238E27FC236}">
                <a16:creationId xmlns:a16="http://schemas.microsoft.com/office/drawing/2014/main" id="{7E127D8D-C0AE-85C2-7AB7-EED5556CCC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8427" y="1218289"/>
            <a:ext cx="4120896" cy="496824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C08C305F-29AA-56C4-1988-8A3DCF96DE6C}"/>
              </a:ext>
            </a:extLst>
          </p:cNvPr>
          <p:cNvSpPr txBox="1"/>
          <p:nvPr/>
        </p:nvSpPr>
        <p:spPr>
          <a:xfrm>
            <a:off x="6874822" y="1327213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78D07B01-476A-193A-AC0B-1BF809AD6811}"/>
              </a:ext>
            </a:extLst>
          </p:cNvPr>
          <p:cNvSpPr txBox="1"/>
          <p:nvPr/>
        </p:nvSpPr>
        <p:spPr>
          <a:xfrm>
            <a:off x="834714" y="4724924"/>
            <a:ext cx="4830052" cy="14901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Completed presentation on Data Engineering Essentials</a:t>
            </a:r>
            <a:endParaRPr lang="en-GB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Project topic research and discussion</a:t>
            </a:r>
            <a:endParaRPr lang="en-US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 err="1">
                <a:solidFill>
                  <a:schemeClr val="tx1"/>
                </a:solidFill>
              </a:rPr>
              <a:t>PySpark</a:t>
            </a:r>
            <a:r>
              <a:rPr lang="en-GB" sz="1200">
                <a:solidFill>
                  <a:schemeClr val="tx1"/>
                </a:solidFill>
              </a:rPr>
              <a:t> Hands-on</a:t>
            </a:r>
            <a:endParaRPr lang="en-GB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Completed </a:t>
            </a:r>
            <a:r>
              <a:rPr lang="en-GB" sz="1200" err="1">
                <a:solidFill>
                  <a:schemeClr val="tx1"/>
                </a:solidFill>
              </a:rPr>
              <a:t>Pyspark</a:t>
            </a:r>
            <a:r>
              <a:rPr lang="en-GB" sz="1200">
                <a:solidFill>
                  <a:schemeClr val="tx1"/>
                </a:solidFill>
              </a:rPr>
              <a:t> and Data Engineering LinkedIn learning courses</a:t>
            </a:r>
            <a:endParaRPr lang="en-GB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62255" indent="-171450" algn="l"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CF33D-898A-EFBB-800F-4D43E6D03584}"/>
              </a:ext>
            </a:extLst>
          </p:cNvPr>
          <p:cNvSpPr txBox="1"/>
          <p:nvPr/>
        </p:nvSpPr>
        <p:spPr>
          <a:xfrm>
            <a:off x="5675830" y="2841970"/>
            <a:ext cx="4941093" cy="333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B9DCD-49AE-154E-3E4E-A58B53F9C749}"/>
              </a:ext>
            </a:extLst>
          </p:cNvPr>
          <p:cNvSpPr txBox="1"/>
          <p:nvPr/>
        </p:nvSpPr>
        <p:spPr>
          <a:xfrm>
            <a:off x="5749855" y="2763142"/>
            <a:ext cx="467915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/>
              <a:t>Team Led by Data Engineering SME Aparna L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B47E6F86-596A-7927-B017-674D0BC0A2B2}"/>
              </a:ext>
            </a:extLst>
          </p:cNvPr>
          <p:cNvSpPr/>
          <p:nvPr/>
        </p:nvSpPr>
        <p:spPr>
          <a:xfrm>
            <a:off x="9473995" y="346529"/>
            <a:ext cx="2524966" cy="370902"/>
          </a:xfrm>
          <a:prstGeom prst="round2SameRect">
            <a:avLst/>
          </a:prstGeom>
          <a:solidFill>
            <a:srgbClr val="367D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/>
              <a:t>Sprint 1 (11</a:t>
            </a:r>
            <a:r>
              <a:rPr lang="en-US" sz="1400" b="1" baseline="30000"/>
              <a:t>th </a:t>
            </a:r>
            <a:r>
              <a:rPr lang="en-US" sz="1400" b="1"/>
              <a:t>Dec– 24</a:t>
            </a:r>
            <a:r>
              <a:rPr lang="en-US" sz="1400" b="1" baseline="30000"/>
              <a:t>th</a:t>
            </a:r>
            <a:r>
              <a:rPr lang="en-US" sz="1400" b="1"/>
              <a:t> Dec)</a:t>
            </a:r>
          </a:p>
        </p:txBody>
      </p:sp>
    </p:spTree>
    <p:extLst>
      <p:ext uri="{BB962C8B-B14F-4D97-AF65-F5344CB8AC3E}">
        <p14:creationId xmlns:p14="http://schemas.microsoft.com/office/powerpoint/2010/main" val="171047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013B-DE84-C5CD-3F92-F7F058B7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A1879655-E3C9-FEEB-D638-A322E404F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369315"/>
            <a:ext cx="8018689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pc="-65"/>
              <a:t>Digital</a:t>
            </a:r>
            <a:r>
              <a:rPr lang="fr-FR" spc="-125"/>
              <a:t> </a:t>
            </a:r>
            <a:r>
              <a:rPr lang="fr-FR" spc="-45"/>
              <a:t>Applications: </a:t>
            </a:r>
            <a:r>
              <a:rPr lang="en-GB" spc="-45"/>
              <a:t>Data Engineering Skill Factory</a:t>
            </a:r>
            <a:endParaRPr spc="-1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930472B-7B5C-B98B-82DE-1A81773C81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733756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3</a:t>
            </a:fld>
            <a:endParaRPr spc="-50"/>
          </a:p>
        </p:txBody>
      </p:sp>
      <p:sp>
        <p:nvSpPr>
          <p:cNvPr id="72" name="object 36">
            <a:extLst>
              <a:ext uri="{FF2B5EF4-FFF2-40B4-BE49-F238E27FC236}">
                <a16:creationId xmlns:a16="http://schemas.microsoft.com/office/drawing/2014/main" id="{8F3BDB71-65BB-F1BE-B7EE-F156961BD872}"/>
              </a:ext>
            </a:extLst>
          </p:cNvPr>
          <p:cNvSpPr txBox="1">
            <a:spLocks/>
          </p:cNvSpPr>
          <p:nvPr/>
        </p:nvSpPr>
        <p:spPr>
          <a:xfrm>
            <a:off x="11625147" y="6575502"/>
            <a:ext cx="1333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125" smtClean="0"/>
              <a:pPr marL="38100">
                <a:spcBef>
                  <a:spcPts val="105"/>
                </a:spcBef>
              </a:pPr>
              <a:t>3</a:t>
            </a:fld>
            <a:endParaRPr lang="en-GB" spc="-125"/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294EE147-DFD2-79CA-C967-4B4650734DDC}"/>
              </a:ext>
            </a:extLst>
          </p:cNvPr>
          <p:cNvSpPr txBox="1"/>
          <p:nvPr/>
        </p:nvSpPr>
        <p:spPr>
          <a:xfrm>
            <a:off x="5168862" y="2501651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 spc="-265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14B04-FC49-6468-F1AF-10647B6E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72" y="986287"/>
            <a:ext cx="4867275" cy="350520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350BA1-3ABE-9095-62B2-D7CC04A95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8" y="1208237"/>
            <a:ext cx="5742857" cy="30469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816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EADA-9DEE-22BE-7C2A-416AEAB8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D155EDF6-725F-57D6-345C-B1CDDF359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048" y="369315"/>
            <a:ext cx="7126061" cy="7027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/>
              <a:t>Digital</a:t>
            </a:r>
            <a:r>
              <a:rPr spc="-125"/>
              <a:t> </a:t>
            </a:r>
            <a:r>
              <a:rPr spc="-45"/>
              <a:t>Applications</a:t>
            </a:r>
            <a:r>
              <a:rPr lang="en-GB" spc="-45"/>
              <a:t>: React + Java Skill Factory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GB" spc="-45">
              <a:ea typeface="Verdana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ADFAB52-47A5-9D1D-B838-59A6C53E765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28775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4</a:t>
            </a:fld>
            <a:endParaRPr spc="-50"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8A0CE419-7F6D-2DFC-2468-9CB9705274C6}"/>
              </a:ext>
            </a:extLst>
          </p:cNvPr>
          <p:cNvSpPr txBox="1"/>
          <p:nvPr/>
        </p:nvSpPr>
        <p:spPr>
          <a:xfrm>
            <a:off x="639605" y="1430528"/>
            <a:ext cx="1230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0">
                <a:solidFill>
                  <a:srgbClr val="FFFFFF"/>
                </a:solidFill>
                <a:latin typeface="Verdana"/>
                <a:cs typeface="Verdana"/>
              </a:rPr>
              <a:t>Pr</a:t>
            </a:r>
            <a:r>
              <a:rPr sz="1400" b="1" spc="-1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400" b="1" spc="-105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1400" b="1" spc="-60">
                <a:solidFill>
                  <a:srgbClr val="FFFFFF"/>
                </a:solidFill>
                <a:latin typeface="Verdana"/>
                <a:cs typeface="Verdana"/>
              </a:rPr>
              <a:t>ect</a:t>
            </a:r>
            <a:r>
              <a:rPr sz="1400" b="1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229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lang="en-GB" sz="1400" b="1" spc="-2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b="1" spc="-25" err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b="1" spc="-145" err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400" b="1" spc="-215" err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400" b="1" spc="-160" err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2" name="object 6">
            <a:extLst>
              <a:ext uri="{FF2B5EF4-FFF2-40B4-BE49-F238E27FC236}">
                <a16:creationId xmlns:a16="http://schemas.microsoft.com/office/drawing/2014/main" id="{84352B4D-2049-65CC-967D-ADADBB5AE0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230218"/>
            <a:ext cx="4120896" cy="496824"/>
          </a:xfrm>
          <a:prstGeom prst="rect">
            <a:avLst/>
          </a:prstGeom>
        </p:spPr>
      </p:pic>
      <p:sp>
        <p:nvSpPr>
          <p:cNvPr id="43" name="object 7">
            <a:extLst>
              <a:ext uri="{FF2B5EF4-FFF2-40B4-BE49-F238E27FC236}">
                <a16:creationId xmlns:a16="http://schemas.microsoft.com/office/drawing/2014/main" id="{E7AECB5D-4A38-C116-CFB8-3518E843C581}"/>
              </a:ext>
            </a:extLst>
          </p:cNvPr>
          <p:cNvSpPr txBox="1"/>
          <p:nvPr/>
        </p:nvSpPr>
        <p:spPr>
          <a:xfrm>
            <a:off x="1153726" y="1334385"/>
            <a:ext cx="23443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lvl="2"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Calibri"/>
              </a:rPr>
              <a:t>PROJECT</a:t>
            </a:r>
            <a:r>
              <a:rPr lang="en-GB" sz="1400" b="1" spc="-95">
                <a:solidFill>
                  <a:srgbClr val="FFFFFF"/>
                </a:solidFill>
                <a:latin typeface="Verdana"/>
                <a:cs typeface="Calibri"/>
              </a:rPr>
              <a:t>  </a:t>
            </a:r>
            <a:r>
              <a:rPr lang="en-GB" sz="1400" b="1">
                <a:solidFill>
                  <a:srgbClr val="FFFFFF"/>
                </a:solidFill>
                <a:latin typeface="Verdana"/>
                <a:cs typeface="Calibri"/>
              </a:rPr>
              <a:t>HIGHLIGHTS</a:t>
            </a:r>
            <a:endParaRPr lang="en-GB" sz="1400">
              <a:latin typeface="Verdana"/>
              <a:cs typeface="Calibri"/>
            </a:endParaRPr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0C8A2CE5-B1BD-7E8F-F2E8-9032BB7BDE3C}"/>
              </a:ext>
            </a:extLst>
          </p:cNvPr>
          <p:cNvSpPr txBox="1"/>
          <p:nvPr/>
        </p:nvSpPr>
        <p:spPr>
          <a:xfrm>
            <a:off x="332231" y="1680594"/>
            <a:ext cx="5418456" cy="20326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3495" rIns="0" bIns="0" rtlCol="0" anchor="t">
            <a:spAutoFit/>
          </a:bodyPr>
          <a:lstStyle/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Initial Training – Learning paths, Mock interviews &amp; assessments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8" name="object 12">
            <a:extLst>
              <a:ext uri="{FF2B5EF4-FFF2-40B4-BE49-F238E27FC236}">
                <a16:creationId xmlns:a16="http://schemas.microsoft.com/office/drawing/2014/main" id="{2A20E22F-8BD3-9153-570C-FAD18F7C70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653" y="2811649"/>
            <a:ext cx="4011167" cy="496824"/>
          </a:xfrm>
          <a:prstGeom prst="rect">
            <a:avLst/>
          </a:prstGeom>
        </p:spPr>
      </p:pic>
      <p:sp>
        <p:nvSpPr>
          <p:cNvPr id="49" name="object 13">
            <a:extLst>
              <a:ext uri="{FF2B5EF4-FFF2-40B4-BE49-F238E27FC236}">
                <a16:creationId xmlns:a16="http://schemas.microsoft.com/office/drawing/2014/main" id="{363EC61B-453A-4977-8EE0-27FEB6B12E76}"/>
              </a:ext>
            </a:extLst>
          </p:cNvPr>
          <p:cNvSpPr txBox="1"/>
          <p:nvPr/>
        </p:nvSpPr>
        <p:spPr>
          <a:xfrm>
            <a:off x="1287315" y="2896819"/>
            <a:ext cx="221072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1400" b="1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FFFFFF"/>
                </a:solidFill>
                <a:latin typeface="Verdana"/>
                <a:cs typeface="Verdana"/>
              </a:rPr>
              <a:t>LOWLIGHTS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3" name="object 17">
            <a:extLst>
              <a:ext uri="{FF2B5EF4-FFF2-40B4-BE49-F238E27FC236}">
                <a16:creationId xmlns:a16="http://schemas.microsoft.com/office/drawing/2014/main" id="{3C71AF63-A5FB-CF3D-6C48-C1530D050D35}"/>
              </a:ext>
            </a:extLst>
          </p:cNvPr>
          <p:cNvSpPr txBox="1"/>
          <p:nvPr/>
        </p:nvSpPr>
        <p:spPr>
          <a:xfrm>
            <a:off x="349653" y="3383297"/>
            <a:ext cx="4760372" cy="21736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76555" algn="l"/>
                <a:tab pos="377190" algn="l"/>
              </a:tabLst>
            </a:pPr>
            <a:r>
              <a:rPr sz="1200" spc="-5">
                <a:latin typeface="Calibri"/>
                <a:cs typeface="Calibri"/>
              </a:rPr>
              <a:t>None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3EDB7047-CB5D-8B4A-CA5D-4F178D0062C4}"/>
              </a:ext>
            </a:extLst>
          </p:cNvPr>
          <p:cNvSpPr txBox="1"/>
          <p:nvPr/>
        </p:nvSpPr>
        <p:spPr>
          <a:xfrm>
            <a:off x="6946773" y="1305243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38E0D-D57B-DBBF-2152-4F2A47426DAE}"/>
              </a:ext>
            </a:extLst>
          </p:cNvPr>
          <p:cNvSpPr/>
          <p:nvPr/>
        </p:nvSpPr>
        <p:spPr>
          <a:xfrm>
            <a:off x="609278" y="4218501"/>
            <a:ext cx="5226900" cy="2174240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CE6C1A-90E0-B9AB-80C6-ABEBFA60C1A8}"/>
              </a:ext>
            </a:extLst>
          </p:cNvPr>
          <p:cNvSpPr/>
          <p:nvPr/>
        </p:nvSpPr>
        <p:spPr>
          <a:xfrm>
            <a:off x="6325953" y="4632960"/>
            <a:ext cx="5226900" cy="1747520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F87BF-E480-7843-8030-7F46CC690B88}"/>
              </a:ext>
            </a:extLst>
          </p:cNvPr>
          <p:cNvSpPr/>
          <p:nvPr/>
        </p:nvSpPr>
        <p:spPr>
          <a:xfrm>
            <a:off x="609278" y="4218501"/>
            <a:ext cx="5226900" cy="414459"/>
          </a:xfrm>
          <a:prstGeom prst="rect">
            <a:avLst/>
          </a:prstGeom>
          <a:solidFill>
            <a:srgbClr val="204279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completed in previous week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0E2C98-4549-1D27-37F4-7AB80D003F7F}"/>
              </a:ext>
            </a:extLst>
          </p:cNvPr>
          <p:cNvSpPr/>
          <p:nvPr/>
        </p:nvSpPr>
        <p:spPr>
          <a:xfrm>
            <a:off x="6325953" y="4212370"/>
            <a:ext cx="5226900" cy="414459"/>
          </a:xfrm>
          <a:prstGeom prst="rect">
            <a:avLst/>
          </a:prstGeom>
          <a:solidFill>
            <a:srgbClr val="204279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planned for current  week</a:t>
            </a:r>
          </a:p>
        </p:txBody>
      </p:sp>
      <p:sp>
        <p:nvSpPr>
          <p:cNvPr id="2" name="object 22">
            <a:extLst>
              <a:ext uri="{FF2B5EF4-FFF2-40B4-BE49-F238E27FC236}">
                <a16:creationId xmlns:a16="http://schemas.microsoft.com/office/drawing/2014/main" id="{303312E0-A072-E8BE-5803-914C108CF0CD}"/>
              </a:ext>
            </a:extLst>
          </p:cNvPr>
          <p:cNvSpPr txBox="1"/>
          <p:nvPr/>
        </p:nvSpPr>
        <p:spPr>
          <a:xfrm>
            <a:off x="609277" y="4626829"/>
            <a:ext cx="5222299" cy="1923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62255" indent="-171450">
              <a:lnSpc>
                <a:spcPts val="1415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US"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object 22">
            <a:extLst>
              <a:ext uri="{FF2B5EF4-FFF2-40B4-BE49-F238E27FC236}">
                <a16:creationId xmlns:a16="http://schemas.microsoft.com/office/drawing/2014/main" id="{B725C0F0-203F-F3C1-340C-E401BFCFA3FA}"/>
              </a:ext>
            </a:extLst>
          </p:cNvPr>
          <p:cNvSpPr txBox="1"/>
          <p:nvPr/>
        </p:nvSpPr>
        <p:spPr>
          <a:xfrm>
            <a:off x="6541612" y="4723979"/>
            <a:ext cx="4809957" cy="75148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Work on the POC - Food Delivery App</a:t>
            </a:r>
            <a:endParaRPr lang="en-US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Prepare for any upcoming interviews</a:t>
            </a:r>
            <a:endParaRPr lang="en-GB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7F84FA-1A71-BE4A-D4FE-D4F6A56C6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700955"/>
              </p:ext>
            </p:extLst>
          </p:nvPr>
        </p:nvGraphicFramePr>
        <p:xfrm>
          <a:off x="5722188" y="1897811"/>
          <a:ext cx="6290585" cy="13197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664">
                  <a:extLst>
                    <a:ext uri="{9D8B030D-6E8A-4147-A177-3AD203B41FA5}">
                      <a16:colId xmlns:a16="http://schemas.microsoft.com/office/drawing/2014/main" val="4226280292"/>
                    </a:ext>
                  </a:extLst>
                </a:gridCol>
                <a:gridCol w="773150">
                  <a:extLst>
                    <a:ext uri="{9D8B030D-6E8A-4147-A177-3AD203B41FA5}">
                      <a16:colId xmlns:a16="http://schemas.microsoft.com/office/drawing/2014/main" val="3357965372"/>
                    </a:ext>
                  </a:extLst>
                </a:gridCol>
                <a:gridCol w="1433270">
                  <a:extLst>
                    <a:ext uri="{9D8B030D-6E8A-4147-A177-3AD203B41FA5}">
                      <a16:colId xmlns:a16="http://schemas.microsoft.com/office/drawing/2014/main" val="3983726821"/>
                    </a:ext>
                  </a:extLst>
                </a:gridCol>
                <a:gridCol w="1248683">
                  <a:extLst>
                    <a:ext uri="{9D8B030D-6E8A-4147-A177-3AD203B41FA5}">
                      <a16:colId xmlns:a16="http://schemas.microsoft.com/office/drawing/2014/main" val="4137272002"/>
                    </a:ext>
                  </a:extLst>
                </a:gridCol>
                <a:gridCol w="2304818">
                  <a:extLst>
                    <a:ext uri="{9D8B030D-6E8A-4147-A177-3AD203B41FA5}">
                      <a16:colId xmlns:a16="http://schemas.microsoft.com/office/drawing/2014/main" val="1638198498"/>
                    </a:ext>
                  </a:extLst>
                </a:gridCol>
              </a:tblGrid>
              <a:tr h="27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Designation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Expertise</a:t>
                      </a:r>
                    </a:p>
                  </a:txBody>
                  <a:tcPr marL="6350" marR="6350" marT="6350" marB="0" anchor="ctr"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93535"/>
                  </a:ext>
                </a:extLst>
              </a:tr>
              <a:tr h="2606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41604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Rajashekara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V 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Java, Spring Boot, Angular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84087120"/>
                  </a:ext>
                </a:extLst>
              </a:tr>
              <a:tr h="2606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41603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Maraka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Hamsini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Android, React, Java</a:t>
                      </a:r>
                      <a:endParaRPr 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42511706"/>
                  </a:ext>
                </a:extLst>
              </a:tr>
              <a:tr h="2606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32929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Ranjitha A B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Senior Engineer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ReactJS,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Brightscript</a:t>
                      </a:r>
                      <a:endParaRPr 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512526"/>
                  </a:ext>
                </a:extLst>
              </a:tr>
              <a:tr h="2606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33839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Kadambini Sahoo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Senior Engineer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Java, Spring Boot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216963"/>
                  </a:ext>
                </a:extLst>
              </a:tr>
            </a:tbl>
          </a:graphicData>
        </a:graphic>
      </p:graphicFrame>
      <p:pic>
        <p:nvPicPr>
          <p:cNvPr id="11" name="object 6">
            <a:extLst>
              <a:ext uri="{FF2B5EF4-FFF2-40B4-BE49-F238E27FC236}">
                <a16:creationId xmlns:a16="http://schemas.microsoft.com/office/drawing/2014/main" id="{95B8AC98-5605-04C5-9669-2A89A0ADB0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8427" y="1218289"/>
            <a:ext cx="4120896" cy="496824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A5F84B49-CA28-8D36-5D6E-83C099F92910}"/>
              </a:ext>
            </a:extLst>
          </p:cNvPr>
          <p:cNvSpPr txBox="1"/>
          <p:nvPr/>
        </p:nvSpPr>
        <p:spPr>
          <a:xfrm>
            <a:off x="6874822" y="1327213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BE401FC-2492-7022-0AF7-4D2EE3B58D64}"/>
              </a:ext>
            </a:extLst>
          </p:cNvPr>
          <p:cNvSpPr txBox="1"/>
          <p:nvPr/>
        </p:nvSpPr>
        <p:spPr>
          <a:xfrm>
            <a:off x="834714" y="4724924"/>
            <a:ext cx="4830052" cy="14901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Completed assigned Java, React and Spring Boot LinkedIn courses</a:t>
            </a:r>
            <a:endParaRPr lang="en-US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Attended interview</a:t>
            </a: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Prepared for Competency assessment</a:t>
            </a: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lang="en-GB" sz="1200">
                <a:solidFill>
                  <a:schemeClr val="tx1"/>
                </a:solidFill>
              </a:rPr>
              <a:t>Delivered Competency talk on React Hooks (Ranjitha)</a:t>
            </a: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171450" indent="-171450" algn="l">
              <a:buFont typeface="Arial"/>
              <a:buChar char="•"/>
              <a:tabLst>
                <a:tab pos="376555" algn="l"/>
                <a:tab pos="377190" algn="l"/>
              </a:tabLst>
            </a:pPr>
            <a:endParaRPr lang="en-GB" sz="1200">
              <a:solidFill>
                <a:schemeClr val="tx1"/>
              </a:solidFill>
            </a:endParaRPr>
          </a:p>
          <a:p>
            <a:pPr marL="262255" indent="-171450" algn="l">
              <a:buFont typeface="Arial" panose="020B0604020202020204" pitchFamily="34" charset="0"/>
              <a:buChar char="•"/>
              <a:tabLst>
                <a:tab pos="376555" algn="l"/>
                <a:tab pos="377190" algn="l"/>
              </a:tabLs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29EFF-9BA7-74A4-0E6F-2F907130F36E}"/>
              </a:ext>
            </a:extLst>
          </p:cNvPr>
          <p:cNvSpPr txBox="1"/>
          <p:nvPr/>
        </p:nvSpPr>
        <p:spPr>
          <a:xfrm>
            <a:off x="5675830" y="2841970"/>
            <a:ext cx="4941093" cy="333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FCAFD8-4AD2-14C2-BDEF-8BDB04428B57}"/>
              </a:ext>
            </a:extLst>
          </p:cNvPr>
          <p:cNvSpPr txBox="1"/>
          <p:nvPr/>
        </p:nvSpPr>
        <p:spPr>
          <a:xfrm>
            <a:off x="5721100" y="3381368"/>
            <a:ext cx="467915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/>
              <a:t>Team led by </a:t>
            </a:r>
            <a:r>
              <a:rPr lang="en-US" sz="1100" err="1"/>
              <a:t>Pavanraj</a:t>
            </a:r>
            <a:r>
              <a:rPr lang="en-US" sz="1100"/>
              <a:t> S N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7" name="Round Same-side Corner of Rectangle 2">
            <a:extLst>
              <a:ext uri="{FF2B5EF4-FFF2-40B4-BE49-F238E27FC236}">
                <a16:creationId xmlns:a16="http://schemas.microsoft.com/office/drawing/2014/main" id="{A564AE1D-4E13-B14E-D788-233BAE80FD6D}"/>
              </a:ext>
            </a:extLst>
          </p:cNvPr>
          <p:cNvSpPr/>
          <p:nvPr/>
        </p:nvSpPr>
        <p:spPr>
          <a:xfrm>
            <a:off x="9473995" y="346529"/>
            <a:ext cx="2524966" cy="370902"/>
          </a:xfrm>
          <a:prstGeom prst="round2SameRect">
            <a:avLst/>
          </a:prstGeom>
          <a:solidFill>
            <a:srgbClr val="367D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/>
              <a:t>Sprint 1 (11</a:t>
            </a:r>
            <a:r>
              <a:rPr lang="en-US" sz="1400" b="1" baseline="30000"/>
              <a:t>th </a:t>
            </a:r>
            <a:r>
              <a:rPr lang="en-US" sz="1400" b="1"/>
              <a:t>Dec– 24</a:t>
            </a:r>
            <a:r>
              <a:rPr lang="en-US" sz="1400" b="1" baseline="30000"/>
              <a:t>th</a:t>
            </a:r>
            <a:r>
              <a:rPr lang="en-US" sz="1400" b="1"/>
              <a:t> Dec)</a:t>
            </a:r>
          </a:p>
        </p:txBody>
      </p:sp>
    </p:spTree>
    <p:extLst>
      <p:ext uri="{BB962C8B-B14F-4D97-AF65-F5344CB8AC3E}">
        <p14:creationId xmlns:p14="http://schemas.microsoft.com/office/powerpoint/2010/main" val="258821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013B-DE84-C5CD-3F92-F7F058B7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A1879655-E3C9-FEEB-D638-A322E404F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369315"/>
            <a:ext cx="8018689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fr-FR" spc="-45"/>
              <a:t>Digital Applications: </a:t>
            </a:r>
            <a:r>
              <a:rPr lang="en-GB" spc="-45"/>
              <a:t>React + Java Skill Factory</a:t>
            </a: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930472B-7B5C-B98B-82DE-1A81773C81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733756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72" name="object 36">
            <a:extLst>
              <a:ext uri="{FF2B5EF4-FFF2-40B4-BE49-F238E27FC236}">
                <a16:creationId xmlns:a16="http://schemas.microsoft.com/office/drawing/2014/main" id="{8F3BDB71-65BB-F1BE-B7EE-F156961BD872}"/>
              </a:ext>
            </a:extLst>
          </p:cNvPr>
          <p:cNvSpPr txBox="1">
            <a:spLocks/>
          </p:cNvSpPr>
          <p:nvPr/>
        </p:nvSpPr>
        <p:spPr>
          <a:xfrm>
            <a:off x="11625147" y="6575502"/>
            <a:ext cx="1333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125" smtClean="0"/>
              <a:pPr marL="38100">
                <a:spcBef>
                  <a:spcPts val="105"/>
                </a:spcBef>
              </a:pPr>
              <a:t>5</a:t>
            </a:fld>
            <a:endParaRPr lang="en-GB" spc="-125"/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294EE147-DFD2-79CA-C967-4B4650734DDC}"/>
              </a:ext>
            </a:extLst>
          </p:cNvPr>
          <p:cNvSpPr txBox="1"/>
          <p:nvPr/>
        </p:nvSpPr>
        <p:spPr>
          <a:xfrm>
            <a:off x="5168862" y="2501651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 spc="-265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241DF2-C658-73F3-556B-4D3FD30E3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068" y="866416"/>
            <a:ext cx="5181600" cy="3486150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39F03-926F-D8C4-7A64-CF44BCA90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1053798"/>
            <a:ext cx="5857119" cy="31175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372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013B-DE84-C5CD-3F92-F7F058B7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A1879655-E3C9-FEEB-D638-A322E404F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369315"/>
            <a:ext cx="8018689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pc="-65"/>
              <a:t>Digital</a:t>
            </a:r>
            <a:r>
              <a:rPr lang="fr-FR" spc="-125"/>
              <a:t> </a:t>
            </a:r>
            <a:r>
              <a:rPr lang="fr-FR" spc="-45"/>
              <a:t>Applications: </a:t>
            </a:r>
            <a:r>
              <a:rPr lang="en-GB" spc="-45"/>
              <a:t>React + Java Skill Factory</a:t>
            </a:r>
            <a:endParaRPr spc="-1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930472B-7B5C-B98B-82DE-1A81773C81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733756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72" name="object 36">
            <a:extLst>
              <a:ext uri="{FF2B5EF4-FFF2-40B4-BE49-F238E27FC236}">
                <a16:creationId xmlns:a16="http://schemas.microsoft.com/office/drawing/2014/main" id="{8F3BDB71-65BB-F1BE-B7EE-F156961BD872}"/>
              </a:ext>
            </a:extLst>
          </p:cNvPr>
          <p:cNvSpPr txBox="1">
            <a:spLocks/>
          </p:cNvSpPr>
          <p:nvPr/>
        </p:nvSpPr>
        <p:spPr>
          <a:xfrm>
            <a:off x="11625147" y="6575502"/>
            <a:ext cx="1333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125" smtClean="0"/>
              <a:pPr marL="38100">
                <a:spcBef>
                  <a:spcPts val="105"/>
                </a:spcBef>
              </a:pPr>
              <a:t>6</a:t>
            </a:fld>
            <a:endParaRPr lang="en-GB" spc="-125"/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294EE147-DFD2-79CA-C967-4B4650734DDC}"/>
              </a:ext>
            </a:extLst>
          </p:cNvPr>
          <p:cNvSpPr txBox="1"/>
          <p:nvPr/>
        </p:nvSpPr>
        <p:spPr>
          <a:xfrm>
            <a:off x="5168862" y="2501651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 spc="-265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C7FAA-537E-A208-DED6-CE68FB32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02" y="880307"/>
            <a:ext cx="4991100" cy="3476625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331DA-4CE9-48A6-C9D7-68F4C1422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92" y="1149426"/>
            <a:ext cx="5883425" cy="29383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474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6748-B445-CF66-1BC2-2E8F5987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9A2D17CC-1B79-129F-E983-6D2BAD310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369315"/>
            <a:ext cx="8018689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pc="-65"/>
              <a:t>Digital</a:t>
            </a:r>
            <a:r>
              <a:rPr lang="fr-FR" spc="-125"/>
              <a:t> </a:t>
            </a:r>
            <a:r>
              <a:rPr lang="fr-FR" spc="-45"/>
              <a:t>Applications: </a:t>
            </a:r>
            <a:r>
              <a:rPr lang="en-GB" spc="-45"/>
              <a:t>React + Java Skill Factory</a:t>
            </a:r>
            <a:endParaRPr spc="-1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659DAFCB-A8E5-D519-2C6C-0A6DF7D9D0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733756" y="6612040"/>
            <a:ext cx="1460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7</a:t>
            </a:fld>
            <a:endParaRPr spc="-50"/>
          </a:p>
        </p:txBody>
      </p:sp>
      <p:sp>
        <p:nvSpPr>
          <p:cNvPr id="72" name="object 36">
            <a:extLst>
              <a:ext uri="{FF2B5EF4-FFF2-40B4-BE49-F238E27FC236}">
                <a16:creationId xmlns:a16="http://schemas.microsoft.com/office/drawing/2014/main" id="{B1E30CDD-B060-E80C-01DB-CC242E1D92B0}"/>
              </a:ext>
            </a:extLst>
          </p:cNvPr>
          <p:cNvSpPr txBox="1">
            <a:spLocks/>
          </p:cNvSpPr>
          <p:nvPr/>
        </p:nvSpPr>
        <p:spPr>
          <a:xfrm>
            <a:off x="11625147" y="6575502"/>
            <a:ext cx="133350" cy="15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  <a:lvl1pPr>
              <a:defRPr sz="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125" smtClean="0"/>
              <a:pPr marL="38100">
                <a:spcBef>
                  <a:spcPts val="105"/>
                </a:spcBef>
              </a:pPr>
              <a:t>7</a:t>
            </a:fld>
            <a:endParaRPr lang="en-GB" spc="-125"/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80D75317-66DB-C8DA-8F96-9735FAD8DD92}"/>
              </a:ext>
            </a:extLst>
          </p:cNvPr>
          <p:cNvSpPr txBox="1"/>
          <p:nvPr/>
        </p:nvSpPr>
        <p:spPr>
          <a:xfrm>
            <a:off x="5168862" y="2501651"/>
            <a:ext cx="1769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400" b="1" spc="-265">
                <a:solidFill>
                  <a:srgbClr val="FFFFFF"/>
                </a:solidFill>
                <a:latin typeface="Verdana"/>
                <a:cs typeface="Verdana"/>
              </a:rPr>
              <a:t>TEAM MEMBERS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16570-BA10-DCCA-6BCA-9A23524C4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07" y="911452"/>
            <a:ext cx="5219700" cy="3438525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ED3EEB-B2E7-7AAE-4D79-74BBE322E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58" y="1075418"/>
            <a:ext cx="5752647" cy="31226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833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FE04-6E88-5523-EEAB-6B3F881D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9E15-B925-0035-FC5D-8363F0BF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02" y="369315"/>
            <a:ext cx="8337059" cy="36068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fr-FR"/>
              <a:t>Data Engineering: </a:t>
            </a:r>
            <a:r>
              <a:rPr lang="en-GB"/>
              <a:t>Continuous Assessment - RMG </a:t>
            </a:r>
          </a:p>
          <a:p>
            <a:endParaRPr lang="en-GB"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00EBC-F130-6234-82BD-540865CE02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</p:spPr>
        <p:txBody>
          <a:bodyPr wrap="square">
            <a:normAutofit fontScale="77500" lnSpcReduction="20000"/>
          </a:bodyPr>
          <a:lstStyle/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105"/>
                </a:spcBef>
              </a:pPr>
              <a:t>8</a:t>
            </a:fld>
            <a:endParaRPr lang="en-GB" spc="-5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52BF19-9F41-B47F-59F4-F1C7BAC85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775009"/>
              </p:ext>
            </p:extLst>
          </p:nvPr>
        </p:nvGraphicFramePr>
        <p:xfrm>
          <a:off x="368127" y="1018347"/>
          <a:ext cx="11333453" cy="3048000"/>
        </p:xfrm>
        <a:graphic>
          <a:graphicData uri="http://schemas.openxmlformats.org/drawingml/2006/table">
            <a:tbl>
              <a:tblPr bandRow="1"/>
              <a:tblGrid>
                <a:gridCol w="640079">
                  <a:extLst>
                    <a:ext uri="{9D8B030D-6E8A-4147-A177-3AD203B41FA5}">
                      <a16:colId xmlns:a16="http://schemas.microsoft.com/office/drawing/2014/main" val="24550972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45658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3269809559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613332848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97814789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62730722"/>
                    </a:ext>
                  </a:extLst>
                </a:gridCol>
                <a:gridCol w="2148839">
                  <a:extLst>
                    <a:ext uri="{9D8B030D-6E8A-4147-A177-3AD203B41FA5}">
                      <a16:colId xmlns:a16="http://schemas.microsoft.com/office/drawing/2014/main" val="956415805"/>
                    </a:ext>
                  </a:extLst>
                </a:gridCol>
                <a:gridCol w="1808456">
                  <a:extLst>
                    <a:ext uri="{9D8B030D-6E8A-4147-A177-3AD203B41FA5}">
                      <a16:colId xmlns:a16="http://schemas.microsoft.com/office/drawing/2014/main" val="13081502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Resource Name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Technical Skills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Skill Factory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Strength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Weakness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Overall Performance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14329"/>
                  </a:ext>
                </a:extLst>
              </a:tr>
              <a:tr h="1264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43916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Kavyasri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Data Engineering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Data Engineering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understanding of aggregation and basic functions in </a:t>
                      </a:r>
                      <a:r>
                        <a:rPr lang="en-GB" sz="1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and good pace in Learning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Still in learning phase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2170"/>
                  </a:ext>
                </a:extLst>
              </a:tr>
              <a:tr h="1264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43922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Megha G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PySprak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Data Engineering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Engineering 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understanding of aggregation and basic functions in </a:t>
                      </a:r>
                      <a:r>
                        <a:rPr lang="en-GB" sz="1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and good pace in Learning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--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Still in learning phase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01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45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C1E-088B-5699-CB01-06FA37C8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0515-547B-BAC5-22CA-93EDCC66B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9" y="383693"/>
            <a:ext cx="11140644" cy="432566"/>
          </a:xfrm>
        </p:spPr>
        <p:txBody>
          <a:bodyPr wrap="square" lIns="0" tIns="0" rIns="0" bIns="0" anchor="t">
            <a:normAutofit/>
          </a:bodyPr>
          <a:lstStyle/>
          <a:p>
            <a:r>
              <a:rPr lang="fr-FR" spc="-65"/>
              <a:t>Digital Applications</a:t>
            </a:r>
            <a:r>
              <a:rPr lang="fr-FR" spc="-45"/>
              <a:t>: </a:t>
            </a:r>
            <a:r>
              <a:rPr lang="en-GB"/>
              <a:t>Continuous Assessment - RMG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455A-28F5-6CAA-4183-FBD5C1202E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</p:spPr>
        <p:txBody>
          <a:bodyPr wrap="square">
            <a:normAutofit fontScale="77500" lnSpcReduction="20000"/>
          </a:bodyPr>
          <a:lstStyle/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105"/>
                </a:spcBef>
              </a:pPr>
              <a:t>9</a:t>
            </a:fld>
            <a:endParaRPr lang="en-GB" spc="-5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135BAB-DBBB-0532-7646-2680682C0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18692"/>
              </p:ext>
            </p:extLst>
          </p:nvPr>
        </p:nvGraphicFramePr>
        <p:xfrm>
          <a:off x="382504" y="1018347"/>
          <a:ext cx="11333442" cy="3474720"/>
        </p:xfrm>
        <a:graphic>
          <a:graphicData uri="http://schemas.openxmlformats.org/drawingml/2006/table">
            <a:tbl>
              <a:tblPr bandRow="1"/>
              <a:tblGrid>
                <a:gridCol w="731520">
                  <a:extLst>
                    <a:ext uri="{9D8B030D-6E8A-4147-A177-3AD203B41FA5}">
                      <a16:colId xmlns:a16="http://schemas.microsoft.com/office/drawing/2014/main" val="24550972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284292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269809559"/>
                    </a:ext>
                  </a:extLst>
                </a:gridCol>
                <a:gridCol w="1403779">
                  <a:extLst>
                    <a:ext uri="{9D8B030D-6E8A-4147-A177-3AD203B41FA5}">
                      <a16:colId xmlns:a16="http://schemas.microsoft.com/office/drawing/2014/main" val="3613332848"/>
                    </a:ext>
                  </a:extLst>
                </a:gridCol>
                <a:gridCol w="974614">
                  <a:extLst>
                    <a:ext uri="{9D8B030D-6E8A-4147-A177-3AD203B41FA5}">
                      <a16:colId xmlns:a16="http://schemas.microsoft.com/office/drawing/2014/main" val="3978147893"/>
                    </a:ext>
                  </a:extLst>
                </a:gridCol>
                <a:gridCol w="2101743">
                  <a:extLst>
                    <a:ext uri="{9D8B030D-6E8A-4147-A177-3AD203B41FA5}">
                      <a16:colId xmlns:a16="http://schemas.microsoft.com/office/drawing/2014/main" val="3362730722"/>
                    </a:ext>
                  </a:extLst>
                </a:gridCol>
                <a:gridCol w="2032193">
                  <a:extLst>
                    <a:ext uri="{9D8B030D-6E8A-4147-A177-3AD203B41FA5}">
                      <a16:colId xmlns:a16="http://schemas.microsoft.com/office/drawing/2014/main" val="956415805"/>
                    </a:ext>
                  </a:extLst>
                </a:gridCol>
                <a:gridCol w="2032193">
                  <a:extLst>
                    <a:ext uri="{9D8B030D-6E8A-4147-A177-3AD203B41FA5}">
                      <a16:colId xmlns:a16="http://schemas.microsoft.com/office/drawing/2014/main" val="13081502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Resource Name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Technical Skills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Skill Factory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Strength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Weakness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Overall Performance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14329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41604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Rajashekara</a:t>
                      </a: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 V M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Java, Spring Boot, Angular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Strong proficiency in Java, Spring Boot and REST API development. Good communication and collaboration skills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Need to improve documentation skills and DevOps exposure</a:t>
                      </a:r>
                      <a:endParaRPr lang="en-GB"/>
                    </a:p>
                    <a:p>
                      <a:pPr lvl="0" algn="l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6363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41603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Maraka</a:t>
                      </a: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 Hamsini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Android, React, Java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Strong in Java coding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Needs improvement in React Coding part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6223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32929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Ranjitha A B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ReactJS, Bright script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Able to code in Bright script and ReactJS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Still Learning phase of java and python 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01941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33839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Kadambini Sahoo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Java, Spring Boot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Able to code in Java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Still needs improvement in coding and communication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320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02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129B-C23E-2A6C-1C53-E5CB17E5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A99E-BFEE-885D-96DD-9CA8C2D7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9" y="383693"/>
            <a:ext cx="11140644" cy="432566"/>
          </a:xfrm>
        </p:spPr>
        <p:txBody>
          <a:bodyPr wrap="square" lIns="0" tIns="0" rIns="0" bIns="0" anchor="t">
            <a:normAutofit/>
          </a:bodyPr>
          <a:lstStyle/>
          <a:p>
            <a:r>
              <a:rPr lang="fr-FR" spc="-65"/>
              <a:t>Data Engineering</a:t>
            </a:r>
            <a:r>
              <a:rPr lang="fr-FR" spc="-45"/>
              <a:t>: </a:t>
            </a:r>
            <a:r>
              <a:rPr lang="en-GB"/>
              <a:t>Feedback &amp; Revised Rating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83604-C0DA-710C-EA90-E0C1771C20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</p:spPr>
        <p:txBody>
          <a:bodyPr wrap="square">
            <a:normAutofit fontScale="77500" lnSpcReduction="20000"/>
          </a:bodyPr>
          <a:lstStyle/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105"/>
                </a:spcBef>
              </a:pPr>
              <a:t>10</a:t>
            </a:fld>
            <a:endParaRPr lang="en-GB" spc="-5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5232B2-CF33-6F28-F6B3-89E4C0C48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321420"/>
              </p:ext>
            </p:extLst>
          </p:nvPr>
        </p:nvGraphicFramePr>
        <p:xfrm>
          <a:off x="382504" y="1018347"/>
          <a:ext cx="11333440" cy="2057400"/>
        </p:xfrm>
        <a:graphic>
          <a:graphicData uri="http://schemas.openxmlformats.org/drawingml/2006/table">
            <a:tbl>
              <a:tblPr bandRow="1"/>
              <a:tblGrid>
                <a:gridCol w="570208">
                  <a:extLst>
                    <a:ext uri="{9D8B030D-6E8A-4147-A177-3AD203B41FA5}">
                      <a16:colId xmlns:a16="http://schemas.microsoft.com/office/drawing/2014/main" val="245509724"/>
                    </a:ext>
                  </a:extLst>
                </a:gridCol>
                <a:gridCol w="596731">
                  <a:extLst>
                    <a:ext uri="{9D8B030D-6E8A-4147-A177-3AD203B41FA5}">
                      <a16:colId xmlns:a16="http://schemas.microsoft.com/office/drawing/2014/main" val="2547289339"/>
                    </a:ext>
                  </a:extLst>
                </a:gridCol>
                <a:gridCol w="1047595">
                  <a:extLst>
                    <a:ext uri="{9D8B030D-6E8A-4147-A177-3AD203B41FA5}">
                      <a16:colId xmlns:a16="http://schemas.microsoft.com/office/drawing/2014/main" val="3269809559"/>
                    </a:ext>
                  </a:extLst>
                </a:gridCol>
                <a:gridCol w="716075">
                  <a:extLst>
                    <a:ext uri="{9D8B030D-6E8A-4147-A177-3AD203B41FA5}">
                      <a16:colId xmlns:a16="http://schemas.microsoft.com/office/drawing/2014/main" val="3613332848"/>
                    </a:ext>
                  </a:extLst>
                </a:gridCol>
                <a:gridCol w="928247">
                  <a:extLst>
                    <a:ext uri="{9D8B030D-6E8A-4147-A177-3AD203B41FA5}">
                      <a16:colId xmlns:a16="http://schemas.microsoft.com/office/drawing/2014/main" val="3978147893"/>
                    </a:ext>
                  </a:extLst>
                </a:gridCol>
                <a:gridCol w="1936061">
                  <a:extLst>
                    <a:ext uri="{9D8B030D-6E8A-4147-A177-3AD203B41FA5}">
                      <a16:colId xmlns:a16="http://schemas.microsoft.com/office/drawing/2014/main" val="3362730722"/>
                    </a:ext>
                  </a:extLst>
                </a:gridCol>
                <a:gridCol w="1166941">
                  <a:extLst>
                    <a:ext uri="{9D8B030D-6E8A-4147-A177-3AD203B41FA5}">
                      <a16:colId xmlns:a16="http://schemas.microsoft.com/office/drawing/2014/main" val="956415805"/>
                    </a:ext>
                  </a:extLst>
                </a:gridCol>
                <a:gridCol w="1471937">
                  <a:extLst>
                    <a:ext uri="{9D8B030D-6E8A-4147-A177-3AD203B41FA5}">
                      <a16:colId xmlns:a16="http://schemas.microsoft.com/office/drawing/2014/main" val="64324259"/>
                    </a:ext>
                  </a:extLst>
                </a:gridCol>
                <a:gridCol w="1471937">
                  <a:extLst>
                    <a:ext uri="{9D8B030D-6E8A-4147-A177-3AD203B41FA5}">
                      <a16:colId xmlns:a16="http://schemas.microsoft.com/office/drawing/2014/main" val="1296098966"/>
                    </a:ext>
                  </a:extLst>
                </a:gridCol>
                <a:gridCol w="1427708">
                  <a:extLst>
                    <a:ext uri="{9D8B030D-6E8A-4147-A177-3AD203B41FA5}">
                      <a16:colId xmlns:a16="http://schemas.microsoft.com/office/drawing/2014/main" val="13081502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Resource Name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Designation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Skill Factory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Feedback Given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 Given on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Intermittent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Current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14329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43916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Kavyasri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Data Engineering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Good understanding in </a:t>
                      </a:r>
                      <a:r>
                        <a:rPr lang="en-GB" sz="10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Pyspark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 basics. 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Strong Data bricks, SQL queries, big data</a:t>
                      </a:r>
                      <a:endParaRPr lang="en-GB" sz="1000" b="0" i="0" u="none" strike="noStrike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03/12/2025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Very Good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6363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43922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Megha G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Data Engineering 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understanding in </a:t>
                      </a:r>
                      <a:r>
                        <a:rPr lang="en-GB" sz="1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Pyspark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basics. </a:t>
                      </a: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Strong Data bricks, SQL queries, big data</a:t>
                      </a:r>
                      <a:endParaRPr lang="en-GB" sz="10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03/12/2025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Very 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62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47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838F-25B7-E966-58E6-B1284BEE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2BF4-DFFD-7AE0-B455-E9053559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9" y="383693"/>
            <a:ext cx="11140644" cy="432566"/>
          </a:xfrm>
        </p:spPr>
        <p:txBody>
          <a:bodyPr wrap="square" lIns="0" tIns="0" rIns="0" bIns="0" anchor="t">
            <a:normAutofit/>
          </a:bodyPr>
          <a:lstStyle/>
          <a:p>
            <a:r>
              <a:rPr lang="fr-FR" spc="-65"/>
              <a:t>Digital Applications</a:t>
            </a:r>
            <a:r>
              <a:rPr lang="fr-FR" spc="-45"/>
              <a:t>: </a:t>
            </a:r>
            <a:r>
              <a:rPr lang="en-GB"/>
              <a:t>Feedback &amp; Revised Rating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5CFA5-8950-2331-28FD-A75A890FA0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</p:spPr>
        <p:txBody>
          <a:bodyPr wrap="square">
            <a:normAutofit fontScale="77500" lnSpcReduction="20000"/>
          </a:bodyPr>
          <a:lstStyle/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105"/>
                </a:spcBef>
              </a:pPr>
              <a:t>11</a:t>
            </a:fld>
            <a:endParaRPr lang="en-GB" spc="-5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A12409-2466-BF7C-C15F-00D2A5136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8904"/>
              </p:ext>
            </p:extLst>
          </p:nvPr>
        </p:nvGraphicFramePr>
        <p:xfrm>
          <a:off x="382504" y="1018347"/>
          <a:ext cx="11333435" cy="3474720"/>
        </p:xfrm>
        <a:graphic>
          <a:graphicData uri="http://schemas.openxmlformats.org/drawingml/2006/table">
            <a:tbl>
              <a:tblPr bandRow="1"/>
              <a:tblGrid>
                <a:gridCol w="492374">
                  <a:extLst>
                    <a:ext uri="{9D8B030D-6E8A-4147-A177-3AD203B41FA5}">
                      <a16:colId xmlns:a16="http://schemas.microsoft.com/office/drawing/2014/main" val="245509724"/>
                    </a:ext>
                  </a:extLst>
                </a:gridCol>
                <a:gridCol w="665369">
                  <a:extLst>
                    <a:ext uri="{9D8B030D-6E8A-4147-A177-3AD203B41FA5}">
                      <a16:colId xmlns:a16="http://schemas.microsoft.com/office/drawing/2014/main" val="2547289339"/>
                    </a:ext>
                  </a:extLst>
                </a:gridCol>
                <a:gridCol w="1051285">
                  <a:extLst>
                    <a:ext uri="{9D8B030D-6E8A-4147-A177-3AD203B41FA5}">
                      <a16:colId xmlns:a16="http://schemas.microsoft.com/office/drawing/2014/main" val="3269809559"/>
                    </a:ext>
                  </a:extLst>
                </a:gridCol>
                <a:gridCol w="918209">
                  <a:extLst>
                    <a:ext uri="{9D8B030D-6E8A-4147-A177-3AD203B41FA5}">
                      <a16:colId xmlns:a16="http://schemas.microsoft.com/office/drawing/2014/main" val="3613332848"/>
                    </a:ext>
                  </a:extLst>
                </a:gridCol>
                <a:gridCol w="705291">
                  <a:extLst>
                    <a:ext uri="{9D8B030D-6E8A-4147-A177-3AD203B41FA5}">
                      <a16:colId xmlns:a16="http://schemas.microsoft.com/office/drawing/2014/main" val="3978147893"/>
                    </a:ext>
                  </a:extLst>
                </a:gridCol>
                <a:gridCol w="2062647">
                  <a:extLst>
                    <a:ext uri="{9D8B030D-6E8A-4147-A177-3AD203B41FA5}">
                      <a16:colId xmlns:a16="http://schemas.microsoft.com/office/drawing/2014/main" val="3362730722"/>
                    </a:ext>
                  </a:extLst>
                </a:gridCol>
                <a:gridCol w="1210973">
                  <a:extLst>
                    <a:ext uri="{9D8B030D-6E8A-4147-A177-3AD203B41FA5}">
                      <a16:colId xmlns:a16="http://schemas.microsoft.com/office/drawing/2014/main" val="956415805"/>
                    </a:ext>
                  </a:extLst>
                </a:gridCol>
                <a:gridCol w="1437199">
                  <a:extLst>
                    <a:ext uri="{9D8B030D-6E8A-4147-A177-3AD203B41FA5}">
                      <a16:colId xmlns:a16="http://schemas.microsoft.com/office/drawing/2014/main" val="64324259"/>
                    </a:ext>
                  </a:extLst>
                </a:gridCol>
                <a:gridCol w="1437199">
                  <a:extLst>
                    <a:ext uri="{9D8B030D-6E8A-4147-A177-3AD203B41FA5}">
                      <a16:colId xmlns:a16="http://schemas.microsoft.com/office/drawing/2014/main" val="730928617"/>
                    </a:ext>
                  </a:extLst>
                </a:gridCol>
                <a:gridCol w="1352889">
                  <a:extLst>
                    <a:ext uri="{9D8B030D-6E8A-4147-A177-3AD203B41FA5}">
                      <a16:colId xmlns:a16="http://schemas.microsoft.com/office/drawing/2014/main" val="13081502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Emp ID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Resource Name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Designation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Skill Factory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Feedback Given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 Given on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Intermittent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Current Rating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14329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41604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Rajashekara</a:t>
                      </a: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 V M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Strong in Java, Spring Boot and soft skills. Need to improve DevOps exposure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10/12/2025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6363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41603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Maraka</a:t>
                      </a: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 Hamsini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Engineer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 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Strong in Java. Needs improvement in React</a:t>
                      </a:r>
                      <a:endParaRPr lang="en-US"/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10/12/2025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6223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32929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Ranjitha A B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Senior Engineer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Able to code in Bright script and ReactJS. Needs to improve Java and Python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10/12/2025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01941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33839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Kadambini Sahoo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Senior Engineer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React + Java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Able to code in Java. Still needs to improve Java skills and communication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10/12/2025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US"/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</a:p>
                  </a:txBody>
                  <a:tcPr marL="7104" marR="7104" marT="7104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320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13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40"/>
              <a:t>Security: Progress</a:t>
            </a:r>
            <a:r>
              <a:rPr spc="-130"/>
              <a:t> </a:t>
            </a:r>
            <a:r>
              <a:rPr spc="-105"/>
              <a:t>Status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12</a:t>
            </a:fld>
            <a:endParaRPr spc="-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7DCFD-02C7-43EE-51EC-22909A968EC4}"/>
              </a:ext>
            </a:extLst>
          </p:cNvPr>
          <p:cNvSpPr/>
          <p:nvPr/>
        </p:nvSpPr>
        <p:spPr>
          <a:xfrm>
            <a:off x="352425" y="1411528"/>
            <a:ext cx="5632738" cy="4501624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200000"/>
              </a:lnSpc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00BF10-0AD0-B8D0-638A-4CC6CF18C89F}"/>
              </a:ext>
            </a:extLst>
          </p:cNvPr>
          <p:cNvSpPr/>
          <p:nvPr/>
        </p:nvSpPr>
        <p:spPr>
          <a:xfrm>
            <a:off x="352424" y="991838"/>
            <a:ext cx="5632739" cy="414459"/>
          </a:xfrm>
          <a:prstGeom prst="rect">
            <a:avLst/>
          </a:prstGeom>
          <a:solidFill>
            <a:srgbClr val="2042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In-Progress for current  week</a:t>
            </a: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522B739F-EB2C-D20C-2F63-62076F930B2E}"/>
              </a:ext>
            </a:extLst>
          </p:cNvPr>
          <p:cNvSpPr txBox="1"/>
          <p:nvPr/>
        </p:nvSpPr>
        <p:spPr>
          <a:xfrm>
            <a:off x="524952" y="1708222"/>
            <a:ext cx="5302060" cy="253127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r>
              <a:rPr lang="en-GB" sz="1400" b="1" spc="-5"/>
              <a:t>GenAI Phase II </a:t>
            </a:r>
            <a:r>
              <a:rPr lang="en-GB" sz="1400" spc="-5"/>
              <a:t>- Agentic AI course and cloud security learning path: In-progress</a:t>
            </a:r>
            <a:endParaRPr lang="en-GB"/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r>
              <a:rPr lang="en-GB" sz="1400" spc="-5"/>
              <a:t>Thick client application testing and </a:t>
            </a:r>
            <a:r>
              <a:rPr lang="en-GB" sz="1400" b="1" spc="-5"/>
              <a:t>STAF POC</a:t>
            </a:r>
            <a:r>
              <a:rPr lang="en-GB" sz="1400" spc="-5"/>
              <a:t>: Dashboard Issue fix: In-progress </a:t>
            </a:r>
            <a:endParaRPr lang="en-GB"/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r>
              <a:rPr lang="en-GB" sz="1400" spc="-5"/>
              <a:t>Will push all the updated code to the Gerrit </a:t>
            </a:r>
            <a:endParaRPr lang="en-GB"/>
          </a:p>
          <a:p>
            <a:pPr marL="171450" indent="-1714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endParaRPr lang="en-GB" sz="1400"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CD5B6-787C-6CFD-EC77-5E5067F96C1F}"/>
              </a:ext>
            </a:extLst>
          </p:cNvPr>
          <p:cNvSpPr/>
          <p:nvPr/>
        </p:nvSpPr>
        <p:spPr>
          <a:xfrm>
            <a:off x="6427585" y="1065390"/>
            <a:ext cx="5632739" cy="4847762"/>
          </a:xfrm>
          <a:prstGeom prst="rect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89337-EC83-08BE-F76D-01A25D40A705}"/>
              </a:ext>
            </a:extLst>
          </p:cNvPr>
          <p:cNvSpPr/>
          <p:nvPr/>
        </p:nvSpPr>
        <p:spPr>
          <a:xfrm>
            <a:off x="6354952" y="991838"/>
            <a:ext cx="5632739" cy="414459"/>
          </a:xfrm>
          <a:prstGeom prst="rect">
            <a:avLst/>
          </a:prstGeom>
          <a:solidFill>
            <a:srgbClr val="2042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Verdana"/>
                <a:cs typeface="Verdana"/>
              </a:rPr>
              <a:t>Key Activities completed</a:t>
            </a:r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9415492E-B5C1-818E-2B2F-07032CD729F8}"/>
              </a:ext>
            </a:extLst>
          </p:cNvPr>
          <p:cNvSpPr txBox="1"/>
          <p:nvPr/>
        </p:nvSpPr>
        <p:spPr>
          <a:xfrm>
            <a:off x="6667314" y="1721137"/>
            <a:ext cx="5319287" cy="123860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r>
              <a:rPr lang="en-GB" sz="1400" spc="-5"/>
              <a:t>Completed the </a:t>
            </a:r>
            <a:r>
              <a:rPr lang="en-GB" sz="1400" b="1" spc="-5"/>
              <a:t>CompTIA Cloud+ (CV0-003)</a:t>
            </a:r>
            <a:r>
              <a:rPr lang="en-GB" sz="1400" spc="-5"/>
              <a:t> cert course in cloud security learning path: Completed  (Keerthana)           </a:t>
            </a:r>
            <a:endParaRPr lang="en-GB"/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tabLst>
                <a:tab pos="262890" algn="l"/>
              </a:tabLst>
            </a:pPr>
            <a:endParaRPr lang="en-GB" sz="1400" spc="-5"/>
          </a:p>
        </p:txBody>
      </p:sp>
    </p:spTree>
    <p:extLst>
      <p:ext uri="{BB962C8B-B14F-4D97-AF65-F5344CB8AC3E}">
        <p14:creationId xmlns:p14="http://schemas.microsoft.com/office/powerpoint/2010/main" val="75004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57C4-2398-6D0E-6205-C8765386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D20D-D717-5D49-C34E-D3CCD284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80" y="412447"/>
            <a:ext cx="11270039" cy="432566"/>
          </a:xfrm>
        </p:spPr>
        <p:txBody>
          <a:bodyPr wrap="square" lIns="0" tIns="0" rIns="0" bIns="0" anchor="t">
            <a:normAutofit/>
          </a:bodyPr>
          <a:lstStyle/>
          <a:p>
            <a:r>
              <a:rPr lang="fr-FR" spc="-65"/>
              <a:t>Security</a:t>
            </a:r>
            <a:r>
              <a:rPr lang="fr-FR" spc="-45"/>
              <a:t>: </a:t>
            </a:r>
            <a:r>
              <a:rPr lang="en-GB"/>
              <a:t>Feedback &amp; Revised Rating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450BE-CE83-A1D2-5D85-40030F7397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32406" y="6612040"/>
            <a:ext cx="146050" cy="150495"/>
          </a:xfrm>
        </p:spPr>
        <p:txBody>
          <a:bodyPr wrap="square">
            <a:normAutofit fontScale="77500" lnSpcReduction="20000"/>
          </a:bodyPr>
          <a:lstStyle/>
          <a:p>
            <a:pPr marL="38100">
              <a:spcBef>
                <a:spcPts val="10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105"/>
                </a:spcBef>
              </a:pPr>
              <a:t>13</a:t>
            </a:fld>
            <a:endParaRPr lang="en-GB" spc="-5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2F9A14-A5B4-351A-C649-4CD947F59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119929"/>
              </p:ext>
            </p:extLst>
          </p:nvPr>
        </p:nvGraphicFramePr>
        <p:xfrm>
          <a:off x="382504" y="1162120"/>
          <a:ext cx="11418365" cy="2411171"/>
        </p:xfrm>
        <a:graphic>
          <a:graphicData uri="http://schemas.openxmlformats.org/drawingml/2006/table">
            <a:tbl>
              <a:tblPr bandRow="1"/>
              <a:tblGrid>
                <a:gridCol w="487680">
                  <a:extLst>
                    <a:ext uri="{9D8B030D-6E8A-4147-A177-3AD203B41FA5}">
                      <a16:colId xmlns:a16="http://schemas.microsoft.com/office/drawing/2014/main" val="245509724"/>
                    </a:ext>
                  </a:extLst>
                </a:gridCol>
                <a:gridCol w="1520714">
                  <a:extLst>
                    <a:ext uri="{9D8B030D-6E8A-4147-A177-3AD203B41FA5}">
                      <a16:colId xmlns:a16="http://schemas.microsoft.com/office/drawing/2014/main" val="3269809559"/>
                    </a:ext>
                  </a:extLst>
                </a:gridCol>
                <a:gridCol w="1206982">
                  <a:extLst>
                    <a:ext uri="{9D8B030D-6E8A-4147-A177-3AD203B41FA5}">
                      <a16:colId xmlns:a16="http://schemas.microsoft.com/office/drawing/2014/main" val="3613332848"/>
                    </a:ext>
                  </a:extLst>
                </a:gridCol>
                <a:gridCol w="1798741">
                  <a:extLst>
                    <a:ext uri="{9D8B030D-6E8A-4147-A177-3AD203B41FA5}">
                      <a16:colId xmlns:a16="http://schemas.microsoft.com/office/drawing/2014/main" val="3978147893"/>
                    </a:ext>
                  </a:extLst>
                </a:gridCol>
                <a:gridCol w="2380294">
                  <a:extLst>
                    <a:ext uri="{9D8B030D-6E8A-4147-A177-3AD203B41FA5}">
                      <a16:colId xmlns:a16="http://schemas.microsoft.com/office/drawing/2014/main" val="3362730722"/>
                    </a:ext>
                  </a:extLst>
                </a:gridCol>
                <a:gridCol w="1263097">
                  <a:extLst>
                    <a:ext uri="{9D8B030D-6E8A-4147-A177-3AD203B41FA5}">
                      <a16:colId xmlns:a16="http://schemas.microsoft.com/office/drawing/2014/main" val="270943333"/>
                    </a:ext>
                  </a:extLst>
                </a:gridCol>
                <a:gridCol w="1331965">
                  <a:extLst>
                    <a:ext uri="{9D8B030D-6E8A-4147-A177-3AD203B41FA5}">
                      <a16:colId xmlns:a16="http://schemas.microsoft.com/office/drawing/2014/main" val="3275566275"/>
                    </a:ext>
                  </a:extLst>
                </a:gridCol>
                <a:gridCol w="1428892">
                  <a:extLst>
                    <a:ext uri="{9D8B030D-6E8A-4147-A177-3AD203B41FA5}">
                      <a16:colId xmlns:a16="http://schemas.microsoft.com/office/drawing/2014/main" val="1394658364"/>
                    </a:ext>
                  </a:extLst>
                </a:gridCol>
              </a:tblGrid>
              <a:tr h="7020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Sl. No.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Resource Name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Designation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Skill Factory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Feedback Given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 Given On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Initial Rating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Current Rating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14329"/>
                  </a:ext>
                </a:extLst>
              </a:tr>
              <a:tr h="7020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Keerthana M S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Senior Engineer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Xstrahl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project – </a:t>
                      </a: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Xbeam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VAPT</a:t>
                      </a:r>
                      <a:endParaRPr lang="en-GB" sz="1000" b="0" i="0" u="none" strike="noStrike">
                        <a:effectLst/>
                        <a:latin typeface="+mn-lt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Communication and soft skills can be improved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03/04/2024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Improvement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- Shows improvement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01236"/>
                  </a:ext>
                </a:extLst>
              </a:tr>
              <a:tr h="10070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Anup Aditya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Senior Engineer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Currently preparing for the KSY firewall requirement interview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 to improve on technical skills.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04/06/2025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GB" sz="1000" b="0" i="0" u="none" strike="noStrike">
                        <a:effectLst/>
                        <a:latin typeface="+mn-lt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252424"/>
                          </a:solidFill>
                          <a:effectLst/>
                          <a:latin typeface="Calibri"/>
                        </a:rPr>
                        <a:t>Good</a:t>
                      </a:r>
                      <a:endParaRPr lang="en-GB" sz="1000" b="0" i="0" u="none" strike="noStrike">
                        <a:effectLst/>
                        <a:latin typeface="Calibri"/>
                      </a:endParaRP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63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187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5461000"/>
            <a:chOff x="0" y="0"/>
            <a:chExt cx="12192000" cy="5461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5461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5461000"/>
            </a:xfrm>
            <a:custGeom>
              <a:avLst/>
              <a:gdLst/>
              <a:ahLst/>
              <a:cxnLst/>
              <a:rect l="l" t="t" r="r" b="b"/>
              <a:pathLst>
                <a:path w="12192000" h="5461000">
                  <a:moveTo>
                    <a:pt x="12192000" y="0"/>
                  </a:moveTo>
                  <a:lnTo>
                    <a:pt x="0" y="0"/>
                  </a:lnTo>
                  <a:lnTo>
                    <a:pt x="0" y="5461000"/>
                  </a:lnTo>
                  <a:lnTo>
                    <a:pt x="12192000" y="5461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741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0250" y="5588000"/>
            <a:ext cx="5638800" cy="8026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900" b="1" spc="-10">
                <a:latin typeface="Calibri"/>
                <a:cs typeface="Calibri"/>
              </a:rPr>
              <a:t>Confidentiality</a:t>
            </a:r>
            <a:r>
              <a:rPr sz="900" b="1" spc="70">
                <a:latin typeface="Calibri"/>
                <a:cs typeface="Calibri"/>
              </a:rPr>
              <a:t> </a:t>
            </a:r>
            <a:r>
              <a:rPr sz="900" b="1" spc="-10">
                <a:latin typeface="Calibri"/>
                <a:cs typeface="Calibri"/>
              </a:rPr>
              <a:t>Notice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900">
                <a:latin typeface="Calibri"/>
                <a:cs typeface="Calibri"/>
              </a:rPr>
              <a:t>This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document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all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information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contained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herein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the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sole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property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of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Tata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Elxsi</a:t>
            </a:r>
            <a:r>
              <a:rPr sz="900" spc="-20">
                <a:latin typeface="Calibri"/>
                <a:cs typeface="Calibri"/>
              </a:rPr>
              <a:t> Ltd.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>
                <a:latin typeface="Calibri"/>
                <a:cs typeface="Calibri"/>
              </a:rPr>
              <a:t>No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intellectual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property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rights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are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granted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by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delivery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of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this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document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disclosure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of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its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content.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00">
                <a:latin typeface="Calibri"/>
                <a:cs typeface="Calibri"/>
              </a:rPr>
              <a:t>This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document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shall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reproduced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disclosed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to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third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party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without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express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written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consent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of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Tata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Elxsi</a:t>
            </a:r>
            <a:r>
              <a:rPr sz="900" spc="-20">
                <a:latin typeface="Calibri"/>
                <a:cs typeface="Calibri"/>
              </a:rPr>
              <a:t> Ltd.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>
                <a:latin typeface="Calibri"/>
                <a:cs typeface="Calibri"/>
              </a:rPr>
              <a:t>This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document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its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shall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used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for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any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purpose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other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than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that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for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which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it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supplied.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88976" y="2135173"/>
            <a:ext cx="6114415" cy="1340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70654" algn="l"/>
              </a:tabLst>
            </a:pPr>
            <a:r>
              <a:rPr sz="8600" spc="855">
                <a:solidFill>
                  <a:srgbClr val="0D0D0D"/>
                </a:solidFill>
                <a:latin typeface="Calibri Light"/>
                <a:cs typeface="Calibri Light"/>
              </a:rPr>
              <a:t>TH</a:t>
            </a:r>
            <a:r>
              <a:rPr sz="8600" spc="860">
                <a:solidFill>
                  <a:srgbClr val="0D0D0D"/>
                </a:solidFill>
                <a:latin typeface="Calibri Light"/>
                <a:cs typeface="Calibri Light"/>
              </a:rPr>
              <a:t>A</a:t>
            </a:r>
            <a:r>
              <a:rPr sz="8600" spc="855">
                <a:solidFill>
                  <a:srgbClr val="0D0D0D"/>
                </a:solidFill>
                <a:latin typeface="Calibri Light"/>
                <a:cs typeface="Calibri Light"/>
              </a:rPr>
              <a:t>N</a:t>
            </a:r>
            <a:r>
              <a:rPr sz="8600" spc="85">
                <a:solidFill>
                  <a:srgbClr val="0D0D0D"/>
                </a:solidFill>
                <a:latin typeface="Calibri Light"/>
                <a:cs typeface="Calibri Light"/>
              </a:rPr>
              <a:t>K</a:t>
            </a:r>
            <a:r>
              <a:rPr sz="8600">
                <a:solidFill>
                  <a:srgbClr val="0D0D0D"/>
                </a:solidFill>
                <a:latin typeface="Calibri Light"/>
                <a:cs typeface="Calibri Light"/>
              </a:rPr>
              <a:t>	</a:t>
            </a:r>
            <a:r>
              <a:rPr sz="8600" spc="580">
                <a:solidFill>
                  <a:srgbClr val="0D0D0D"/>
                </a:solidFill>
                <a:latin typeface="Calibri Light"/>
                <a:cs typeface="Calibri Light"/>
              </a:rPr>
              <a:t>Y</a:t>
            </a:r>
            <a:r>
              <a:rPr sz="8600" spc="855">
                <a:solidFill>
                  <a:srgbClr val="0D0D0D"/>
                </a:solidFill>
                <a:latin typeface="Calibri Light"/>
                <a:cs typeface="Calibri Light"/>
              </a:rPr>
              <a:t>O</a:t>
            </a:r>
            <a:r>
              <a:rPr sz="8600" spc="75">
                <a:solidFill>
                  <a:srgbClr val="0D0D0D"/>
                </a:solidFill>
                <a:latin typeface="Calibri Light"/>
                <a:cs typeface="Calibri Light"/>
              </a:rPr>
              <a:t>U</a:t>
            </a:r>
            <a:endParaRPr sz="86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0818" y="3989970"/>
            <a:ext cx="1774189" cy="76009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b="1">
                <a:latin typeface="Calibri"/>
                <a:cs typeface="Calibri"/>
              </a:rPr>
              <a:t>FIND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OUT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 spc="-20">
                <a:latin typeface="Calibri"/>
                <a:cs typeface="Calibri"/>
              </a:rPr>
              <a:t>MORE</a:t>
            </a:r>
            <a:endParaRPr sz="2000">
              <a:latin typeface="Calibri"/>
              <a:cs typeface="Calibri"/>
            </a:endParaRPr>
          </a:p>
          <a:p>
            <a:pPr marL="248920">
              <a:lnSpc>
                <a:spcPct val="100000"/>
              </a:lnSpc>
              <a:spcBef>
                <a:spcPts val="730"/>
              </a:spcBef>
            </a:pPr>
            <a:r>
              <a:rPr sz="1100" b="1" u="sng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www.tataelxsi.com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1412" y="3554412"/>
            <a:ext cx="2289175" cy="1603375"/>
            <a:chOff x="4951412" y="3554412"/>
            <a:chExt cx="2289175" cy="16033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0" y="4884737"/>
              <a:ext cx="276225" cy="2730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150" y="4884737"/>
              <a:ext cx="277812" cy="2730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7887" y="4884737"/>
              <a:ext cx="276225" cy="2730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037" y="4884737"/>
              <a:ext cx="277812" cy="2730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1775" y="4884737"/>
              <a:ext cx="276225" cy="2730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51412" y="3554412"/>
              <a:ext cx="2289175" cy="303530"/>
            </a:xfrm>
            <a:custGeom>
              <a:avLst/>
              <a:gdLst/>
              <a:ahLst/>
              <a:cxnLst/>
              <a:rect l="l" t="t" r="r" b="b"/>
              <a:pathLst>
                <a:path w="2289175" h="303529">
                  <a:moveTo>
                    <a:pt x="281508" y="4127"/>
                  </a:moveTo>
                  <a:lnTo>
                    <a:pt x="0" y="4127"/>
                  </a:lnTo>
                  <a:lnTo>
                    <a:pt x="0" y="91757"/>
                  </a:lnTo>
                  <a:lnTo>
                    <a:pt x="82550" y="91757"/>
                  </a:lnTo>
                  <a:lnTo>
                    <a:pt x="82550" y="297497"/>
                  </a:lnTo>
                  <a:lnTo>
                    <a:pt x="201079" y="297497"/>
                  </a:lnTo>
                  <a:lnTo>
                    <a:pt x="201079" y="91757"/>
                  </a:lnTo>
                  <a:lnTo>
                    <a:pt x="281508" y="91757"/>
                  </a:lnTo>
                  <a:lnTo>
                    <a:pt x="281508" y="4127"/>
                  </a:lnTo>
                  <a:close/>
                </a:path>
                <a:path w="2289175" h="303529">
                  <a:moveTo>
                    <a:pt x="597954" y="297916"/>
                  </a:moveTo>
                  <a:lnTo>
                    <a:pt x="484708" y="4241"/>
                  </a:lnTo>
                  <a:lnTo>
                    <a:pt x="361950" y="4241"/>
                  </a:lnTo>
                  <a:lnTo>
                    <a:pt x="250825" y="297916"/>
                  </a:lnTo>
                  <a:lnTo>
                    <a:pt x="364058" y="297916"/>
                  </a:lnTo>
                  <a:lnTo>
                    <a:pt x="424383" y="124053"/>
                  </a:lnTo>
                  <a:lnTo>
                    <a:pt x="484708" y="297916"/>
                  </a:lnTo>
                  <a:lnTo>
                    <a:pt x="597954" y="297916"/>
                  </a:lnTo>
                  <a:close/>
                </a:path>
                <a:path w="2289175" h="303529">
                  <a:moveTo>
                    <a:pt x="855129" y="4127"/>
                  </a:moveTo>
                  <a:lnTo>
                    <a:pt x="573608" y="4127"/>
                  </a:lnTo>
                  <a:lnTo>
                    <a:pt x="573608" y="91757"/>
                  </a:lnTo>
                  <a:lnTo>
                    <a:pt x="656158" y="91757"/>
                  </a:lnTo>
                  <a:lnTo>
                    <a:pt x="656158" y="297497"/>
                  </a:lnTo>
                  <a:lnTo>
                    <a:pt x="774700" y="297497"/>
                  </a:lnTo>
                  <a:lnTo>
                    <a:pt x="774700" y="91757"/>
                  </a:lnTo>
                  <a:lnTo>
                    <a:pt x="855129" y="91757"/>
                  </a:lnTo>
                  <a:lnTo>
                    <a:pt x="855129" y="4127"/>
                  </a:lnTo>
                  <a:close/>
                </a:path>
                <a:path w="2289175" h="303529">
                  <a:moveTo>
                    <a:pt x="1171575" y="297916"/>
                  </a:moveTo>
                  <a:lnTo>
                    <a:pt x="1058329" y="4241"/>
                  </a:lnTo>
                  <a:lnTo>
                    <a:pt x="935558" y="4241"/>
                  </a:lnTo>
                  <a:lnTo>
                    <a:pt x="824433" y="297916"/>
                  </a:lnTo>
                  <a:lnTo>
                    <a:pt x="937679" y="297916"/>
                  </a:lnTo>
                  <a:lnTo>
                    <a:pt x="998004" y="124053"/>
                  </a:lnTo>
                  <a:lnTo>
                    <a:pt x="1058329" y="297916"/>
                  </a:lnTo>
                  <a:lnTo>
                    <a:pt x="1171575" y="297916"/>
                  </a:lnTo>
                  <a:close/>
                </a:path>
                <a:path w="2289175" h="303529">
                  <a:moveTo>
                    <a:pt x="1494358" y="251777"/>
                  </a:moveTo>
                  <a:lnTo>
                    <a:pt x="1370533" y="251777"/>
                  </a:lnTo>
                  <a:lnTo>
                    <a:pt x="1370533" y="166687"/>
                  </a:lnTo>
                  <a:lnTo>
                    <a:pt x="1481658" y="166687"/>
                  </a:lnTo>
                  <a:lnTo>
                    <a:pt x="1481658" y="123507"/>
                  </a:lnTo>
                  <a:lnTo>
                    <a:pt x="1370533" y="123507"/>
                  </a:lnTo>
                  <a:lnTo>
                    <a:pt x="1370533" y="47307"/>
                  </a:lnTo>
                  <a:lnTo>
                    <a:pt x="1489075" y="47307"/>
                  </a:lnTo>
                  <a:lnTo>
                    <a:pt x="1489075" y="4127"/>
                  </a:lnTo>
                  <a:lnTo>
                    <a:pt x="1317625" y="4127"/>
                  </a:lnTo>
                  <a:lnTo>
                    <a:pt x="1317625" y="47307"/>
                  </a:lnTo>
                  <a:lnTo>
                    <a:pt x="1317625" y="123507"/>
                  </a:lnTo>
                  <a:lnTo>
                    <a:pt x="1317625" y="166687"/>
                  </a:lnTo>
                  <a:lnTo>
                    <a:pt x="1317625" y="251777"/>
                  </a:lnTo>
                  <a:lnTo>
                    <a:pt x="1317625" y="297497"/>
                  </a:lnTo>
                  <a:lnTo>
                    <a:pt x="1494358" y="297497"/>
                  </a:lnTo>
                  <a:lnTo>
                    <a:pt x="1494358" y="251777"/>
                  </a:lnTo>
                  <a:close/>
                </a:path>
                <a:path w="2289175" h="303529">
                  <a:moveTo>
                    <a:pt x="1713433" y="251777"/>
                  </a:moveTo>
                  <a:lnTo>
                    <a:pt x="1594904" y="251777"/>
                  </a:lnTo>
                  <a:lnTo>
                    <a:pt x="1594904" y="4127"/>
                  </a:lnTo>
                  <a:lnTo>
                    <a:pt x="1541983" y="4127"/>
                  </a:lnTo>
                  <a:lnTo>
                    <a:pt x="1541983" y="251777"/>
                  </a:lnTo>
                  <a:lnTo>
                    <a:pt x="1541983" y="297497"/>
                  </a:lnTo>
                  <a:lnTo>
                    <a:pt x="1713433" y="297497"/>
                  </a:lnTo>
                  <a:lnTo>
                    <a:pt x="1713433" y="251777"/>
                  </a:lnTo>
                  <a:close/>
                </a:path>
                <a:path w="2289175" h="303529">
                  <a:moveTo>
                    <a:pt x="1971675" y="297916"/>
                  </a:moveTo>
                  <a:lnTo>
                    <a:pt x="1905876" y="183997"/>
                  </a:lnTo>
                  <a:lnTo>
                    <a:pt x="1883943" y="146024"/>
                  </a:lnTo>
                  <a:lnTo>
                    <a:pt x="1903717" y="113106"/>
                  </a:lnTo>
                  <a:lnTo>
                    <a:pt x="1969160" y="4241"/>
                  </a:lnTo>
                  <a:lnTo>
                    <a:pt x="1906498" y="4241"/>
                  </a:lnTo>
                  <a:lnTo>
                    <a:pt x="1876425" y="65011"/>
                  </a:lnTo>
                  <a:lnTo>
                    <a:pt x="1869719" y="77508"/>
                  </a:lnTo>
                  <a:lnTo>
                    <a:pt x="1864194" y="89052"/>
                  </a:lnTo>
                  <a:lnTo>
                    <a:pt x="1859153" y="100609"/>
                  </a:lnTo>
                  <a:lnTo>
                    <a:pt x="1853857" y="113106"/>
                  </a:lnTo>
                  <a:lnTo>
                    <a:pt x="1851355" y="113106"/>
                  </a:lnTo>
                  <a:lnTo>
                    <a:pt x="1846059" y="101676"/>
                  </a:lnTo>
                  <a:lnTo>
                    <a:pt x="1841017" y="90004"/>
                  </a:lnTo>
                  <a:lnTo>
                    <a:pt x="1835492" y="77863"/>
                  </a:lnTo>
                  <a:lnTo>
                    <a:pt x="1828800" y="65011"/>
                  </a:lnTo>
                  <a:lnTo>
                    <a:pt x="1796211" y="4241"/>
                  </a:lnTo>
                  <a:lnTo>
                    <a:pt x="1736051" y="4241"/>
                  </a:lnTo>
                  <a:lnTo>
                    <a:pt x="1818767" y="148551"/>
                  </a:lnTo>
                  <a:lnTo>
                    <a:pt x="1733550" y="297916"/>
                  </a:lnTo>
                  <a:lnTo>
                    <a:pt x="1793697" y="297916"/>
                  </a:lnTo>
                  <a:lnTo>
                    <a:pt x="1821268" y="239687"/>
                  </a:lnTo>
                  <a:lnTo>
                    <a:pt x="1829816" y="223862"/>
                  </a:lnTo>
                  <a:lnTo>
                    <a:pt x="1836940" y="209943"/>
                  </a:lnTo>
                  <a:lnTo>
                    <a:pt x="1843125" y="196964"/>
                  </a:lnTo>
                  <a:lnTo>
                    <a:pt x="1848853" y="183997"/>
                  </a:lnTo>
                  <a:lnTo>
                    <a:pt x="1856016" y="196964"/>
                  </a:lnTo>
                  <a:lnTo>
                    <a:pt x="1870341" y="223862"/>
                  </a:lnTo>
                  <a:lnTo>
                    <a:pt x="1878926" y="239687"/>
                  </a:lnTo>
                  <a:lnTo>
                    <a:pt x="1909000" y="297916"/>
                  </a:lnTo>
                  <a:lnTo>
                    <a:pt x="1971675" y="297916"/>
                  </a:lnTo>
                  <a:close/>
                </a:path>
                <a:path w="2289175" h="303529">
                  <a:moveTo>
                    <a:pt x="2188629" y="214782"/>
                  </a:moveTo>
                  <a:lnTo>
                    <a:pt x="2169718" y="162039"/>
                  </a:lnTo>
                  <a:lnTo>
                    <a:pt x="2113013" y="126339"/>
                  </a:lnTo>
                  <a:lnTo>
                    <a:pt x="2087333" y="115646"/>
                  </a:lnTo>
                  <a:lnTo>
                    <a:pt x="2070163" y="105181"/>
                  </a:lnTo>
                  <a:lnTo>
                    <a:pt x="2060549" y="93294"/>
                  </a:lnTo>
                  <a:lnTo>
                    <a:pt x="2057565" y="78333"/>
                  </a:lnTo>
                  <a:lnTo>
                    <a:pt x="2060079" y="66408"/>
                  </a:lnTo>
                  <a:lnTo>
                    <a:pt x="2068271" y="54965"/>
                  </a:lnTo>
                  <a:lnTo>
                    <a:pt x="2083079" y="46355"/>
                  </a:lnTo>
                  <a:lnTo>
                    <a:pt x="2105456" y="42964"/>
                  </a:lnTo>
                  <a:lnTo>
                    <a:pt x="2124786" y="44615"/>
                  </a:lnTo>
                  <a:lnTo>
                    <a:pt x="2141055" y="48641"/>
                  </a:lnTo>
                  <a:lnTo>
                    <a:pt x="2154009" y="53619"/>
                  </a:lnTo>
                  <a:lnTo>
                    <a:pt x="2163419" y="58127"/>
                  </a:lnTo>
                  <a:lnTo>
                    <a:pt x="2176030" y="15163"/>
                  </a:lnTo>
                  <a:lnTo>
                    <a:pt x="2163229" y="9601"/>
                  </a:lnTo>
                  <a:lnTo>
                    <a:pt x="2147354" y="4749"/>
                  </a:lnTo>
                  <a:lnTo>
                    <a:pt x="2128177" y="1308"/>
                  </a:lnTo>
                  <a:lnTo>
                    <a:pt x="2105456" y="0"/>
                  </a:lnTo>
                  <a:lnTo>
                    <a:pt x="2062721" y="6286"/>
                  </a:lnTo>
                  <a:lnTo>
                    <a:pt x="2030145" y="23698"/>
                  </a:lnTo>
                  <a:lnTo>
                    <a:pt x="2009394" y="50101"/>
                  </a:lnTo>
                  <a:lnTo>
                    <a:pt x="2002116" y="83388"/>
                  </a:lnTo>
                  <a:lnTo>
                    <a:pt x="2007984" y="112445"/>
                  </a:lnTo>
                  <a:lnTo>
                    <a:pt x="2024481" y="135813"/>
                  </a:lnTo>
                  <a:lnTo>
                    <a:pt x="2049957" y="154457"/>
                  </a:lnTo>
                  <a:lnTo>
                    <a:pt x="2082761" y="169303"/>
                  </a:lnTo>
                  <a:lnTo>
                    <a:pt x="2105533" y="179285"/>
                  </a:lnTo>
                  <a:lnTo>
                    <a:pt x="2121204" y="190461"/>
                  </a:lnTo>
                  <a:lnTo>
                    <a:pt x="2130260" y="203060"/>
                  </a:lnTo>
                  <a:lnTo>
                    <a:pt x="2133181" y="217309"/>
                  </a:lnTo>
                  <a:lnTo>
                    <a:pt x="2129866" y="234289"/>
                  </a:lnTo>
                  <a:lnTo>
                    <a:pt x="2119947" y="247002"/>
                  </a:lnTo>
                  <a:lnTo>
                    <a:pt x="2103399" y="254977"/>
                  </a:lnTo>
                  <a:lnTo>
                    <a:pt x="2080247" y="257733"/>
                  </a:lnTo>
                  <a:lnTo>
                    <a:pt x="2060003" y="256400"/>
                  </a:lnTo>
                  <a:lnTo>
                    <a:pt x="2041182" y="252679"/>
                  </a:lnTo>
                  <a:lnTo>
                    <a:pt x="2024240" y="247078"/>
                  </a:lnTo>
                  <a:lnTo>
                    <a:pt x="2009673" y="240042"/>
                  </a:lnTo>
                  <a:lnTo>
                    <a:pt x="1997075" y="283006"/>
                  </a:lnTo>
                  <a:lnTo>
                    <a:pt x="2012505" y="290423"/>
                  </a:lnTo>
                  <a:lnTo>
                    <a:pt x="2031720" y="296900"/>
                  </a:lnTo>
                  <a:lnTo>
                    <a:pt x="2053780" y="301485"/>
                  </a:lnTo>
                  <a:lnTo>
                    <a:pt x="2077720" y="303212"/>
                  </a:lnTo>
                  <a:lnTo>
                    <a:pt x="2126958" y="295795"/>
                  </a:lnTo>
                  <a:lnTo>
                    <a:pt x="2161527" y="276059"/>
                  </a:lnTo>
                  <a:lnTo>
                    <a:pt x="2181936" y="247789"/>
                  </a:lnTo>
                  <a:lnTo>
                    <a:pt x="2188629" y="214782"/>
                  </a:lnTo>
                  <a:close/>
                </a:path>
                <a:path w="2289175" h="303529">
                  <a:moveTo>
                    <a:pt x="2289175" y="4241"/>
                  </a:moveTo>
                  <a:lnTo>
                    <a:pt x="2236254" y="4241"/>
                  </a:lnTo>
                  <a:lnTo>
                    <a:pt x="2236254" y="297916"/>
                  </a:lnTo>
                  <a:lnTo>
                    <a:pt x="2289175" y="297916"/>
                  </a:lnTo>
                  <a:lnTo>
                    <a:pt x="2289175" y="4241"/>
                  </a:lnTo>
                  <a:close/>
                </a:path>
              </a:pathLst>
            </a:custGeom>
            <a:solidFill>
              <a:srgbClr val="3D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A19D6B0-16A4-3470-05A3-12E7ECECD1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GB" spc="-50" smtClean="0"/>
              <a:t>14</a:t>
            </a:fld>
            <a:endParaRPr lang="en-GB" spc="-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d6a39dd-96b6-4368-82da-f2ec4d92e26a}" enabled="0" method="" siteId="{ad6a39dd-96b6-4368-82da-f2ec4d92e26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Name : Subrata B</vt:lpstr>
      <vt:lpstr>Digital Applications: Data Engineering Skill Factory </vt:lpstr>
      <vt:lpstr>Digital Applications: Data Engineering Skill Factory</vt:lpstr>
      <vt:lpstr>Digital Applications: React + Java Skill Factory </vt:lpstr>
      <vt:lpstr>Digital Applications: React + Java Skill Factory</vt:lpstr>
      <vt:lpstr>Digital Applications: React + Java Skill Factory</vt:lpstr>
      <vt:lpstr>Digital Applications: React + Java Skill Factory</vt:lpstr>
      <vt:lpstr>Data Engineering: Continuous Assessment - RMG  </vt:lpstr>
      <vt:lpstr>Digital Applications: Continuous Assessment - RMG </vt:lpstr>
      <vt:lpstr>Data Engineering: Feedback &amp; Revised Rating</vt:lpstr>
      <vt:lpstr>Digital Applications: Feedback &amp; Revised Rating</vt:lpstr>
      <vt:lpstr>Security: Progress Status</vt:lpstr>
      <vt:lpstr>Security: Feedback &amp; Revised Rating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: Subrata B</dc:title>
  <dc:creator>John Deepak H</dc:creator>
  <cp:revision>4</cp:revision>
  <cp:lastPrinted>2024-08-19T08:14:34Z</cp:lastPrinted>
  <dcterms:created xsi:type="dcterms:W3CDTF">2024-02-22T10:00:35Z</dcterms:created>
  <dcterms:modified xsi:type="dcterms:W3CDTF">2025-12-30T10:31:47Z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2024-02-16T00:00:00Z</vt:filetime>
  </property>
  <property fmtid="{D5CDD505-2E9C-101B-9397-08002B2CF9AE}" pid="3" name="LastSaved">
    <vt:filetime>2024-02-22T00:00:00Z</vt:filetime>
  </property>
  <property fmtid="{D5CDD505-2E9C-101B-9397-08002B2CF9AE}" pid="4" name="Producer">
    <vt:lpwstr>macOS Version 14.3 (Build 23D56) Quartz PDFContext</vt:lpwstr>
  </property>
</Properties>
</file>